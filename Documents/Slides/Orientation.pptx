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0" r:id="rId3"/>
    <p:sldId id="261" r:id="rId4"/>
    <p:sldId id="262" r:id="rId5"/>
    <p:sldId id="263" r:id="rId6"/>
    <p:sldId id="258" r:id="rId7"/>
    <p:sldId id="259" r:id="rId8"/>
    <p:sldId id="264" r:id="rId9"/>
    <p:sldId id="265" r:id="rId10"/>
    <p:sldId id="266" r:id="rId11"/>
    <p:sldId id="267" r:id="rId12"/>
    <p:sldId id="268" r:id="rId13"/>
    <p:sldId id="269" r:id="rId14"/>
    <p:sldId id="272" r:id="rId15"/>
    <p:sldId id="270" r:id="rId16"/>
    <p:sldId id="257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497"/>
    <p:restoredTop sz="94630"/>
  </p:normalViewPr>
  <p:slideViewPr>
    <p:cSldViewPr snapToGrid="0">
      <p:cViewPr varScale="1">
        <p:scale>
          <a:sx n="113" d="100"/>
          <a:sy n="113" d="100"/>
        </p:scale>
        <p:origin x="648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4" Type="http://schemas.openxmlformats.org/officeDocument/2006/relationships/image" Target="../media/image6.svg"/></Relationships>
</file>

<file path=ppt/diagrams/_rels/data3.xml.rels><?xml version="1.0" encoding="UTF-8" standalone="yes"?>
<Relationships xmlns="http://schemas.openxmlformats.org/package/2006/relationships"><Relationship Id="rId2" Type="http://schemas.openxmlformats.org/officeDocument/2006/relationships/hyperlink" Target="https://grants.nih.gov/grants/guide/notice-files/NOT-OD-25-105.html" TargetMode="External"/><Relationship Id="rId1" Type="http://schemas.openxmlformats.org/officeDocument/2006/relationships/hyperlink" Target="https://github.com/BridgesLab/FellowshipWorkshopDocuments/raw/refs/heads/2025-Jan-CDI/Documents/Budget_Worksheet.docx" TargetMode="External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Relationship Id="rId4" Type="http://schemas.openxmlformats.org/officeDocument/2006/relationships/image" Target="../media/image6.svg"/></Relationships>
</file>

<file path=ppt/diagrams/_rels/drawing3.xml.rels><?xml version="1.0" encoding="UTF-8" standalone="yes"?>
<Relationships xmlns="http://schemas.openxmlformats.org/package/2006/relationships"><Relationship Id="rId2" Type="http://schemas.openxmlformats.org/officeDocument/2006/relationships/hyperlink" Target="https://grants.nih.gov/grants/guide/notice-files/NOT-OD-25-105.html" TargetMode="External"/><Relationship Id="rId1" Type="http://schemas.openxmlformats.org/officeDocument/2006/relationships/hyperlink" Target="https://github.com/BridgesLab/FellowshipWorkshopDocuments/raw/refs/heads/2025-Jan-CDI/Documents/Budget_Worksheet.docx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0_3">
  <dgm:title val=""/>
  <dgm:desc val=""/>
  <dgm:catLst>
    <dgm:cat type="mainScheme" pri="10300"/>
  </dgm:catLst>
  <dgm:styleLbl name="node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lignNode1">
    <dgm:fillClrLst meth="repeat">
      <a:schemeClr val="dk2"/>
    </dgm:fillClrLst>
    <dgm:linClrLst meth="repeat">
      <a:schemeClr val="dk2"/>
    </dgm:linClrLst>
    <dgm:effectClrLst/>
    <dgm:txLinClrLst/>
    <dgm:txFillClrLst/>
    <dgm:txEffectClrLst/>
  </dgm:styleLbl>
  <dgm:styleLbl name="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lnNode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vennNode1">
    <dgm:fillClrLst meth="repeat">
      <a:schemeClr val="dk2">
        <a:alpha val="50000"/>
      </a:schemeClr>
    </dgm:fillClrLst>
    <dgm:linClrLst meth="repeat">
      <a:schemeClr val="lt2"/>
    </dgm:linClrLst>
    <dgm:effectClrLst/>
    <dgm:txLinClrLst/>
    <dgm:txFillClrLst/>
    <dgm:txEffectClrLst/>
  </dgm:styleLbl>
  <dgm:styleLbl name="node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node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fgImgPlace1">
    <dgm:fillClrLst meth="repeat">
      <a:schemeClr val="dk2">
        <a:tint val="50000"/>
      </a:schemeClr>
    </dgm:fillClrLst>
    <dgm:linClrLst meth="repeat">
      <a:schemeClr val="lt2"/>
    </dgm:linClrLst>
    <dgm:effectClrLst/>
    <dgm:txLinClrLst/>
    <dgm:txFillClrLst meth="repeat">
      <a:schemeClr val="lt2"/>
    </dgm:txFillClrLst>
    <dgm:txEffectClrLst/>
  </dgm:styleLbl>
  <dgm:styleLbl name="align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bgImgPlace1">
    <dgm:fillClrLst meth="repeat">
      <a:schemeClr val="dk2">
        <a:tint val="50000"/>
      </a:schemeClr>
    </dgm:fillClrLst>
    <dgm:linClrLst meth="repeat">
      <a:schemeClr val="dk2">
        <a:shade val="80000"/>
      </a:schemeClr>
    </dgm:linClrLst>
    <dgm:effectClrLst/>
    <dgm:txLinClrLst/>
    <dgm:txFillClrLst meth="repeat">
      <a:schemeClr val="lt2"/>
    </dgm:txFillClrLst>
    <dgm:txEffectClrLst/>
  </dgm:styleLbl>
  <dgm:styleLbl name="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callout">
    <dgm:fillClrLst meth="repeat">
      <a:schemeClr val="dk2"/>
    </dgm:fillClrLst>
    <dgm:linClrLst meth="repeat">
      <a:schemeClr val="dk2">
        <a:tint val="50000"/>
      </a:schemeClr>
    </dgm:linClrLst>
    <dgm:effectClrLst/>
    <dgm:txLinClrLst/>
    <dgm:txFillClrLst meth="repeat">
      <a:schemeClr val="lt2"/>
    </dgm:txFillClrLst>
    <dgm:txEffectClrLst/>
  </dgm:styleLbl>
  <dgm:styleLbl name="asst0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1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2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3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asst4">
    <dgm:fillClrLst meth="repeat">
      <a:schemeClr val="dk2"/>
    </dgm:fillClrLst>
    <dgm:linClrLst meth="repeat">
      <a:schemeClr val="lt2"/>
    </dgm:linClrLst>
    <dgm:effectClrLst/>
    <dgm:txLinClrLst/>
    <dgm:txFillClrLst/>
    <dgm:txEffectClrLst/>
  </dgm:styleLbl>
  <dgm:styleLbl name="parChTrans2D1">
    <dgm:fillClrLst meth="repeat">
      <a:schemeClr val="dk2">
        <a:tint val="60000"/>
      </a:schemeClr>
    </dgm:fillClrLst>
    <dgm:linClrLst meth="repeat">
      <a:schemeClr val="dk2">
        <a:tint val="60000"/>
      </a:schemeClr>
    </dgm:linClrLst>
    <dgm:effectClrLst/>
    <dgm:txLinClrLst/>
    <dgm:txFillClrLst meth="repeat">
      <a:schemeClr val="lt2"/>
    </dgm:txFillClrLst>
    <dgm:txEffectClrLst/>
  </dgm:styleLbl>
  <dgm:styleLbl name="parChTrans2D2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3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2D4">
    <dgm:fillClrLst meth="repeat">
      <a:schemeClr val="dk2"/>
    </dgm:fillClrLst>
    <dgm:linClrLst meth="repeat">
      <a:schemeClr val="dk2"/>
    </dgm:linClrLst>
    <dgm:effectClrLst/>
    <dgm:txLinClrLst/>
    <dgm:txFillClrLst meth="repeat">
      <a:schemeClr val="lt2"/>
    </dgm:txFillClrLst>
    <dgm:txEffectClrLst/>
  </dgm:styleLbl>
  <dgm:styleLbl name="parChTrans1D1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dk2"/>
    </dgm:fillClrLst>
    <dgm:linClrLst meth="repeat">
      <a:schemeClr val="dk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dk2"/>
    </dgm:fillClrLst>
    <dgm:linClrLst meth="repeat">
      <a:schemeClr val="dk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2">
        <a:alpha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2"/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dk2">
        <a:alpha val="90000"/>
        <a:tint val="40000"/>
      </a:schemeClr>
    </dgm:fillClrLst>
    <dgm:linClrLst meth="repeat">
      <a:schemeClr val="dk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2">
        <a:alpha val="9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dk2">
        <a:tint val="40000"/>
      </a:schemeClr>
    </dgm:fillClrLst>
    <dgm:linClrLst meth="repeat">
      <a:schemeClr val="dk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dk2">
        <a:shade val="8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dk2">
        <a:tint val="50000"/>
        <a:alpha val="40000"/>
      </a:schemeClr>
    </dgm:fillClrLst>
    <dgm:linClrLst meth="repeat">
      <a:schemeClr val="dk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dk2">
        <a:tint val="60000"/>
      </a:schemeClr>
    </dgm:fillClrLst>
    <dgm:linClrLst meth="repeat">
      <a:schemeClr val="lt2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2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7569DB5-5848-4EEF-91BF-BA4920B8FCD7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573E2B81-24A9-48C2-A587-1E5E728DC302}">
      <dgm:prSet/>
      <dgm:spPr/>
      <dgm:t>
        <a:bodyPr/>
        <a:lstStyle/>
        <a:p>
          <a:r>
            <a:rPr lang="en-US" b="1" dirty="0"/>
            <a:t>Principal Investigator </a:t>
          </a:r>
          <a:r>
            <a:rPr lang="en-US" dirty="0"/>
            <a:t>(PI) – You</a:t>
          </a:r>
        </a:p>
      </dgm:t>
    </dgm:pt>
    <dgm:pt modelId="{B3E1296D-E0E0-418B-B342-18F63E54764B}" type="parTrans" cxnId="{89015ED8-7110-4982-8E29-E2F39B40E947}">
      <dgm:prSet/>
      <dgm:spPr/>
      <dgm:t>
        <a:bodyPr/>
        <a:lstStyle/>
        <a:p>
          <a:endParaRPr lang="en-US"/>
        </a:p>
      </dgm:t>
    </dgm:pt>
    <dgm:pt modelId="{BC7E4EC6-8E5D-40B3-BACB-F4C8B9867765}" type="sibTrans" cxnId="{89015ED8-7110-4982-8E29-E2F39B40E947}">
      <dgm:prSet/>
      <dgm:spPr/>
      <dgm:t>
        <a:bodyPr/>
        <a:lstStyle/>
        <a:p>
          <a:endParaRPr lang="en-US"/>
        </a:p>
      </dgm:t>
    </dgm:pt>
    <dgm:pt modelId="{E8A7156C-02D8-4942-96B0-E63235BBB212}">
      <dgm:prSet/>
      <dgm:spPr/>
      <dgm:t>
        <a:bodyPr/>
        <a:lstStyle/>
        <a:p>
          <a:r>
            <a:rPr lang="en-US" b="1" dirty="0"/>
            <a:t>Sponsor</a:t>
          </a:r>
          <a:r>
            <a:rPr lang="en-US" dirty="0"/>
            <a:t> – Your mentor</a:t>
          </a:r>
        </a:p>
      </dgm:t>
    </dgm:pt>
    <dgm:pt modelId="{29023701-214A-4D92-858A-5AE87239769E}" type="parTrans" cxnId="{F61D8B81-2854-41D5-AA9E-CBD68653F9A2}">
      <dgm:prSet/>
      <dgm:spPr/>
      <dgm:t>
        <a:bodyPr/>
        <a:lstStyle/>
        <a:p>
          <a:endParaRPr lang="en-US"/>
        </a:p>
      </dgm:t>
    </dgm:pt>
    <dgm:pt modelId="{8B6A240C-E798-4288-8793-55B473157E61}" type="sibTrans" cxnId="{F61D8B81-2854-41D5-AA9E-CBD68653F9A2}">
      <dgm:prSet/>
      <dgm:spPr/>
      <dgm:t>
        <a:bodyPr/>
        <a:lstStyle/>
        <a:p>
          <a:endParaRPr lang="en-US"/>
        </a:p>
      </dgm:t>
    </dgm:pt>
    <dgm:pt modelId="{243ABB7C-5454-42E1-81FB-B9AF1B2D5649}">
      <dgm:prSet/>
      <dgm:spPr/>
      <dgm:t>
        <a:bodyPr/>
        <a:lstStyle/>
        <a:p>
          <a:r>
            <a:rPr lang="en-US" b="1" dirty="0"/>
            <a:t>Co-Sponsor</a:t>
          </a:r>
          <a:r>
            <a:rPr lang="en-US" dirty="0"/>
            <a:t> – Your co-mentor (if you have one)</a:t>
          </a:r>
        </a:p>
      </dgm:t>
    </dgm:pt>
    <dgm:pt modelId="{0981C1AA-AA10-496A-ABC7-287E975AD8A1}" type="parTrans" cxnId="{C0BBDB4D-55B6-4837-AC75-57BF90224FC8}">
      <dgm:prSet/>
      <dgm:spPr/>
      <dgm:t>
        <a:bodyPr/>
        <a:lstStyle/>
        <a:p>
          <a:endParaRPr lang="en-US"/>
        </a:p>
      </dgm:t>
    </dgm:pt>
    <dgm:pt modelId="{877CB6BD-81DE-4B9C-A071-4E8AE4214B07}" type="sibTrans" cxnId="{C0BBDB4D-55B6-4837-AC75-57BF90224FC8}">
      <dgm:prSet/>
      <dgm:spPr/>
      <dgm:t>
        <a:bodyPr/>
        <a:lstStyle/>
        <a:p>
          <a:endParaRPr lang="en-US"/>
        </a:p>
      </dgm:t>
    </dgm:pt>
    <dgm:pt modelId="{DD037497-6CBF-4BE8-84B9-66807ED200AD}">
      <dgm:prSet/>
      <dgm:spPr/>
      <dgm:t>
        <a:bodyPr/>
        <a:lstStyle/>
        <a:p>
          <a:r>
            <a:rPr lang="en-US" b="1" dirty="0"/>
            <a:t>Collaborators/Co-Investigators </a:t>
          </a:r>
          <a:r>
            <a:rPr lang="en-US" dirty="0"/>
            <a:t>– Support team</a:t>
          </a:r>
        </a:p>
      </dgm:t>
    </dgm:pt>
    <dgm:pt modelId="{E006FBCB-6DA4-4D1D-92DC-2E46B0EB662B}" type="parTrans" cxnId="{90220B60-FF02-4D59-8C14-6D6DB96222FD}">
      <dgm:prSet/>
      <dgm:spPr/>
      <dgm:t>
        <a:bodyPr/>
        <a:lstStyle/>
        <a:p>
          <a:endParaRPr lang="en-US"/>
        </a:p>
      </dgm:t>
    </dgm:pt>
    <dgm:pt modelId="{A4464288-972D-4628-BEBC-B486E653B537}" type="sibTrans" cxnId="{90220B60-FF02-4D59-8C14-6D6DB96222FD}">
      <dgm:prSet/>
      <dgm:spPr/>
      <dgm:t>
        <a:bodyPr/>
        <a:lstStyle/>
        <a:p>
          <a:endParaRPr lang="en-US"/>
        </a:p>
      </dgm:t>
    </dgm:pt>
    <dgm:pt modelId="{E44FAEAD-6CF4-486C-9C01-74310A15777C}" type="pres">
      <dgm:prSet presAssocID="{17569DB5-5848-4EEF-91BF-BA4920B8FCD7}" presName="root" presStyleCnt="0">
        <dgm:presLayoutVars>
          <dgm:dir/>
          <dgm:resizeHandles val="exact"/>
        </dgm:presLayoutVars>
      </dgm:prSet>
      <dgm:spPr/>
    </dgm:pt>
    <dgm:pt modelId="{254B3A36-45D4-4AE8-9E5F-0DF5DD0038C1}" type="pres">
      <dgm:prSet presAssocID="{573E2B81-24A9-48C2-A587-1E5E728DC302}" presName="compNode" presStyleCnt="0"/>
      <dgm:spPr/>
    </dgm:pt>
    <dgm:pt modelId="{F882E2E5-AC30-4B90-BABE-D949929FC935}" type="pres">
      <dgm:prSet presAssocID="{573E2B81-24A9-48C2-A587-1E5E728DC302}" presName="iconRect" presStyleLbl="node1" presStyleIdx="0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etective"/>
        </a:ext>
      </dgm:extLst>
    </dgm:pt>
    <dgm:pt modelId="{56FE4865-A6C2-4A67-B1CD-12657EEA4B2F}" type="pres">
      <dgm:prSet presAssocID="{573E2B81-24A9-48C2-A587-1E5E728DC302}" presName="spaceRect" presStyleCnt="0"/>
      <dgm:spPr/>
    </dgm:pt>
    <dgm:pt modelId="{813F566E-E446-4FD4-A666-3ADCA98F6F22}" type="pres">
      <dgm:prSet presAssocID="{573E2B81-24A9-48C2-A587-1E5E728DC302}" presName="textRect" presStyleLbl="revTx" presStyleIdx="0" presStyleCnt="4">
        <dgm:presLayoutVars>
          <dgm:chMax val="1"/>
          <dgm:chPref val="1"/>
        </dgm:presLayoutVars>
      </dgm:prSet>
      <dgm:spPr/>
    </dgm:pt>
    <dgm:pt modelId="{2CB98521-917F-4F36-8DE5-71FB841F5FCE}" type="pres">
      <dgm:prSet presAssocID="{BC7E4EC6-8E5D-40B3-BACB-F4C8B9867765}" presName="sibTrans" presStyleCnt="0"/>
      <dgm:spPr/>
    </dgm:pt>
    <dgm:pt modelId="{B7E40ECD-5A8F-4FE8-AC5D-1C67C71049B0}" type="pres">
      <dgm:prSet presAssocID="{E8A7156C-02D8-4942-96B0-E63235BBB212}" presName="compNode" presStyleCnt="0"/>
      <dgm:spPr/>
    </dgm:pt>
    <dgm:pt modelId="{27A5608C-22CE-4ABF-9B29-8915EC758CF8}" type="pres">
      <dgm:prSet presAssocID="{E8A7156C-02D8-4942-96B0-E63235BBB212}" presName="iconRect" presStyleLbl="node1" presStyleIdx="1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59470D49-11CF-4360-BBFB-3DD934E695F8}" type="pres">
      <dgm:prSet presAssocID="{E8A7156C-02D8-4942-96B0-E63235BBB212}" presName="spaceRect" presStyleCnt="0"/>
      <dgm:spPr/>
    </dgm:pt>
    <dgm:pt modelId="{6D680C5A-4B4C-4AA6-B06C-8E920760C71D}" type="pres">
      <dgm:prSet presAssocID="{E8A7156C-02D8-4942-96B0-E63235BBB212}" presName="textRect" presStyleLbl="revTx" presStyleIdx="1" presStyleCnt="4">
        <dgm:presLayoutVars>
          <dgm:chMax val="1"/>
          <dgm:chPref val="1"/>
        </dgm:presLayoutVars>
      </dgm:prSet>
      <dgm:spPr/>
    </dgm:pt>
    <dgm:pt modelId="{5C8FB6C6-348D-4FA4-B7FA-31FFF09247D8}" type="pres">
      <dgm:prSet presAssocID="{8B6A240C-E798-4288-8793-55B473157E61}" presName="sibTrans" presStyleCnt="0"/>
      <dgm:spPr/>
    </dgm:pt>
    <dgm:pt modelId="{2966A311-95DD-47C6-BF8C-74E4E58BCD05}" type="pres">
      <dgm:prSet presAssocID="{243ABB7C-5454-42E1-81FB-B9AF1B2D5649}" presName="compNode" presStyleCnt="0"/>
      <dgm:spPr/>
    </dgm:pt>
    <dgm:pt modelId="{10DDB2DD-BA9C-43B4-8507-7A565B22CCDD}" type="pres">
      <dgm:prSet presAssocID="{243ABB7C-5454-42E1-81FB-B9AF1B2D5649}" presName="iconRect" presStyleLbl="node1" presStyleIdx="2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ocial Network"/>
        </a:ext>
      </dgm:extLst>
    </dgm:pt>
    <dgm:pt modelId="{A7ADD5F6-15F9-4E74-BD61-DE3C371AF38F}" type="pres">
      <dgm:prSet presAssocID="{243ABB7C-5454-42E1-81FB-B9AF1B2D5649}" presName="spaceRect" presStyleCnt="0"/>
      <dgm:spPr/>
    </dgm:pt>
    <dgm:pt modelId="{6C426589-5A3C-4171-9AFC-FF40812EE6A5}" type="pres">
      <dgm:prSet presAssocID="{243ABB7C-5454-42E1-81FB-B9AF1B2D5649}" presName="textRect" presStyleLbl="revTx" presStyleIdx="2" presStyleCnt="4">
        <dgm:presLayoutVars>
          <dgm:chMax val="1"/>
          <dgm:chPref val="1"/>
        </dgm:presLayoutVars>
      </dgm:prSet>
      <dgm:spPr/>
    </dgm:pt>
    <dgm:pt modelId="{25B81CFC-1935-42D0-BA71-20E82541B00E}" type="pres">
      <dgm:prSet presAssocID="{877CB6BD-81DE-4B9C-A071-4E8AE4214B07}" presName="sibTrans" presStyleCnt="0"/>
      <dgm:spPr/>
    </dgm:pt>
    <dgm:pt modelId="{9E7E0394-1369-4DC3-AFA3-1D4C1F7756B2}" type="pres">
      <dgm:prSet presAssocID="{DD037497-6CBF-4BE8-84B9-66807ED200AD}" presName="compNode" presStyleCnt="0"/>
      <dgm:spPr/>
    </dgm:pt>
    <dgm:pt modelId="{E94DD206-956B-4137-A80D-848473948BF5}" type="pres">
      <dgm:prSet presAssocID="{DD037497-6CBF-4BE8-84B9-66807ED200AD}" presName="iconRect" presStyleLbl="node1" presStyleIdx="3" presStyleCnt="4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 Audience"/>
        </a:ext>
      </dgm:extLst>
    </dgm:pt>
    <dgm:pt modelId="{72649D18-0CF2-4719-8C18-ED7489F8E3EF}" type="pres">
      <dgm:prSet presAssocID="{DD037497-6CBF-4BE8-84B9-66807ED200AD}" presName="spaceRect" presStyleCnt="0"/>
      <dgm:spPr/>
    </dgm:pt>
    <dgm:pt modelId="{13F80A29-8993-4926-AE35-AB21B51F9ADF}" type="pres">
      <dgm:prSet presAssocID="{DD037497-6CBF-4BE8-84B9-66807ED200AD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4413C600-3748-498B-97FD-18FA6C8146D0}" type="presOf" srcId="{DD037497-6CBF-4BE8-84B9-66807ED200AD}" destId="{13F80A29-8993-4926-AE35-AB21B51F9ADF}" srcOrd="0" destOrd="0" presId="urn:microsoft.com/office/officeart/2018/2/layout/IconLabelList"/>
    <dgm:cxn modelId="{AF90BC19-5DFA-4C8A-BCF4-840EF95FAE80}" type="presOf" srcId="{E8A7156C-02D8-4942-96B0-E63235BBB212}" destId="{6D680C5A-4B4C-4AA6-B06C-8E920760C71D}" srcOrd="0" destOrd="0" presId="urn:microsoft.com/office/officeart/2018/2/layout/IconLabelList"/>
    <dgm:cxn modelId="{C0BBDB4D-55B6-4837-AC75-57BF90224FC8}" srcId="{17569DB5-5848-4EEF-91BF-BA4920B8FCD7}" destId="{243ABB7C-5454-42E1-81FB-B9AF1B2D5649}" srcOrd="2" destOrd="0" parTransId="{0981C1AA-AA10-496A-ABC7-287E975AD8A1}" sibTransId="{877CB6BD-81DE-4B9C-A071-4E8AE4214B07}"/>
    <dgm:cxn modelId="{90220B60-FF02-4D59-8C14-6D6DB96222FD}" srcId="{17569DB5-5848-4EEF-91BF-BA4920B8FCD7}" destId="{DD037497-6CBF-4BE8-84B9-66807ED200AD}" srcOrd="3" destOrd="0" parTransId="{E006FBCB-6DA4-4D1D-92DC-2E46B0EB662B}" sibTransId="{A4464288-972D-4628-BEBC-B486E653B537}"/>
    <dgm:cxn modelId="{845F6570-BD70-4AE8-9771-84EB3B79719C}" type="presOf" srcId="{573E2B81-24A9-48C2-A587-1E5E728DC302}" destId="{813F566E-E446-4FD4-A666-3ADCA98F6F22}" srcOrd="0" destOrd="0" presId="urn:microsoft.com/office/officeart/2018/2/layout/IconLabelList"/>
    <dgm:cxn modelId="{0BE78A80-3013-4A62-ADD1-DFF99F218466}" type="presOf" srcId="{243ABB7C-5454-42E1-81FB-B9AF1B2D5649}" destId="{6C426589-5A3C-4171-9AFC-FF40812EE6A5}" srcOrd="0" destOrd="0" presId="urn:microsoft.com/office/officeart/2018/2/layout/IconLabelList"/>
    <dgm:cxn modelId="{F61D8B81-2854-41D5-AA9E-CBD68653F9A2}" srcId="{17569DB5-5848-4EEF-91BF-BA4920B8FCD7}" destId="{E8A7156C-02D8-4942-96B0-E63235BBB212}" srcOrd="1" destOrd="0" parTransId="{29023701-214A-4D92-858A-5AE87239769E}" sibTransId="{8B6A240C-E798-4288-8793-55B473157E61}"/>
    <dgm:cxn modelId="{A2A2F3C1-F448-43A0-BCC9-84CD9D6948A8}" type="presOf" srcId="{17569DB5-5848-4EEF-91BF-BA4920B8FCD7}" destId="{E44FAEAD-6CF4-486C-9C01-74310A15777C}" srcOrd="0" destOrd="0" presId="urn:microsoft.com/office/officeart/2018/2/layout/IconLabelList"/>
    <dgm:cxn modelId="{89015ED8-7110-4982-8E29-E2F39B40E947}" srcId="{17569DB5-5848-4EEF-91BF-BA4920B8FCD7}" destId="{573E2B81-24A9-48C2-A587-1E5E728DC302}" srcOrd="0" destOrd="0" parTransId="{B3E1296D-E0E0-418B-B342-18F63E54764B}" sibTransId="{BC7E4EC6-8E5D-40B3-BACB-F4C8B9867765}"/>
    <dgm:cxn modelId="{E37109EC-729A-414C-8BC7-9DD6362CFF6E}" type="presParOf" srcId="{E44FAEAD-6CF4-486C-9C01-74310A15777C}" destId="{254B3A36-45D4-4AE8-9E5F-0DF5DD0038C1}" srcOrd="0" destOrd="0" presId="urn:microsoft.com/office/officeart/2018/2/layout/IconLabelList"/>
    <dgm:cxn modelId="{09FAA585-5947-4597-9866-267990397F36}" type="presParOf" srcId="{254B3A36-45D4-4AE8-9E5F-0DF5DD0038C1}" destId="{F882E2E5-AC30-4B90-BABE-D949929FC935}" srcOrd="0" destOrd="0" presId="urn:microsoft.com/office/officeart/2018/2/layout/IconLabelList"/>
    <dgm:cxn modelId="{88B6B01D-E0B4-43D3-9B1A-01014CD5C2C6}" type="presParOf" srcId="{254B3A36-45D4-4AE8-9E5F-0DF5DD0038C1}" destId="{56FE4865-A6C2-4A67-B1CD-12657EEA4B2F}" srcOrd="1" destOrd="0" presId="urn:microsoft.com/office/officeart/2018/2/layout/IconLabelList"/>
    <dgm:cxn modelId="{25F85A40-14DD-4027-B1F7-0CF0395942B0}" type="presParOf" srcId="{254B3A36-45D4-4AE8-9E5F-0DF5DD0038C1}" destId="{813F566E-E446-4FD4-A666-3ADCA98F6F22}" srcOrd="2" destOrd="0" presId="urn:microsoft.com/office/officeart/2018/2/layout/IconLabelList"/>
    <dgm:cxn modelId="{B973973E-3A51-430A-8873-C065A21D5731}" type="presParOf" srcId="{E44FAEAD-6CF4-486C-9C01-74310A15777C}" destId="{2CB98521-917F-4F36-8DE5-71FB841F5FCE}" srcOrd="1" destOrd="0" presId="urn:microsoft.com/office/officeart/2018/2/layout/IconLabelList"/>
    <dgm:cxn modelId="{8765C8A9-E37F-4E8A-96D6-7A037A869589}" type="presParOf" srcId="{E44FAEAD-6CF4-486C-9C01-74310A15777C}" destId="{B7E40ECD-5A8F-4FE8-AC5D-1C67C71049B0}" srcOrd="2" destOrd="0" presId="urn:microsoft.com/office/officeart/2018/2/layout/IconLabelList"/>
    <dgm:cxn modelId="{4B516AC2-4E08-40D2-8301-ED84386B7DCC}" type="presParOf" srcId="{B7E40ECD-5A8F-4FE8-AC5D-1C67C71049B0}" destId="{27A5608C-22CE-4ABF-9B29-8915EC758CF8}" srcOrd="0" destOrd="0" presId="urn:microsoft.com/office/officeart/2018/2/layout/IconLabelList"/>
    <dgm:cxn modelId="{5B92946E-C141-4FE6-BDB1-0CB9CCCC25E7}" type="presParOf" srcId="{B7E40ECD-5A8F-4FE8-AC5D-1C67C71049B0}" destId="{59470D49-11CF-4360-BBFB-3DD934E695F8}" srcOrd="1" destOrd="0" presId="urn:microsoft.com/office/officeart/2018/2/layout/IconLabelList"/>
    <dgm:cxn modelId="{82168886-4B9C-400F-9187-9DEBC7909956}" type="presParOf" srcId="{B7E40ECD-5A8F-4FE8-AC5D-1C67C71049B0}" destId="{6D680C5A-4B4C-4AA6-B06C-8E920760C71D}" srcOrd="2" destOrd="0" presId="urn:microsoft.com/office/officeart/2018/2/layout/IconLabelList"/>
    <dgm:cxn modelId="{8F9623F4-D2DB-4B55-B672-6AE52ADA179A}" type="presParOf" srcId="{E44FAEAD-6CF4-486C-9C01-74310A15777C}" destId="{5C8FB6C6-348D-4FA4-B7FA-31FFF09247D8}" srcOrd="3" destOrd="0" presId="urn:microsoft.com/office/officeart/2018/2/layout/IconLabelList"/>
    <dgm:cxn modelId="{A722CD86-C2F3-4C4F-861A-AF7B2E8FD5D0}" type="presParOf" srcId="{E44FAEAD-6CF4-486C-9C01-74310A15777C}" destId="{2966A311-95DD-47C6-BF8C-74E4E58BCD05}" srcOrd="4" destOrd="0" presId="urn:microsoft.com/office/officeart/2018/2/layout/IconLabelList"/>
    <dgm:cxn modelId="{4930310F-A6F9-4AB0-A00C-37D0DAF8A7F9}" type="presParOf" srcId="{2966A311-95DD-47C6-BF8C-74E4E58BCD05}" destId="{10DDB2DD-BA9C-43B4-8507-7A565B22CCDD}" srcOrd="0" destOrd="0" presId="urn:microsoft.com/office/officeart/2018/2/layout/IconLabelList"/>
    <dgm:cxn modelId="{D4A64A7A-1783-431F-BB8B-9CCBA60BA9C8}" type="presParOf" srcId="{2966A311-95DD-47C6-BF8C-74E4E58BCD05}" destId="{A7ADD5F6-15F9-4E74-BD61-DE3C371AF38F}" srcOrd="1" destOrd="0" presId="urn:microsoft.com/office/officeart/2018/2/layout/IconLabelList"/>
    <dgm:cxn modelId="{472243D5-9E9B-4ECA-BC76-4339F5FA2F0D}" type="presParOf" srcId="{2966A311-95DD-47C6-BF8C-74E4E58BCD05}" destId="{6C426589-5A3C-4171-9AFC-FF40812EE6A5}" srcOrd="2" destOrd="0" presId="urn:microsoft.com/office/officeart/2018/2/layout/IconLabelList"/>
    <dgm:cxn modelId="{C36E5907-301F-4D84-9549-6DEFB4E123CE}" type="presParOf" srcId="{E44FAEAD-6CF4-486C-9C01-74310A15777C}" destId="{25B81CFC-1935-42D0-BA71-20E82541B00E}" srcOrd="5" destOrd="0" presId="urn:microsoft.com/office/officeart/2018/2/layout/IconLabelList"/>
    <dgm:cxn modelId="{911CD923-02F2-45F2-98A6-76E1A0657A4B}" type="presParOf" srcId="{E44FAEAD-6CF4-486C-9C01-74310A15777C}" destId="{9E7E0394-1369-4DC3-AFA3-1D4C1F7756B2}" srcOrd="6" destOrd="0" presId="urn:microsoft.com/office/officeart/2018/2/layout/IconLabelList"/>
    <dgm:cxn modelId="{693EB416-A4DF-4D23-8862-577CCC0055B1}" type="presParOf" srcId="{9E7E0394-1369-4DC3-AFA3-1D4C1F7756B2}" destId="{E94DD206-956B-4137-A80D-848473948BF5}" srcOrd="0" destOrd="0" presId="urn:microsoft.com/office/officeart/2018/2/layout/IconLabelList"/>
    <dgm:cxn modelId="{669A3848-C5A6-4525-BE59-D2A80EF1CDBA}" type="presParOf" srcId="{9E7E0394-1369-4DC3-AFA3-1D4C1F7756B2}" destId="{72649D18-0CF2-4719-8C18-ED7489F8E3EF}" srcOrd="1" destOrd="0" presId="urn:microsoft.com/office/officeart/2018/2/layout/IconLabelList"/>
    <dgm:cxn modelId="{FD2DFD6A-7A9E-4E5F-AF3C-A69576BAF287}" type="presParOf" srcId="{9E7E0394-1369-4DC3-AFA3-1D4C1F7756B2}" destId="{13F80A29-8993-4926-AE35-AB21B51F9ADF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2DE80EC-CA23-4E7F-986C-BC9A238D6D70}" type="doc">
      <dgm:prSet loTypeId="urn:microsoft.com/office/officeart/2005/8/layout/hierarchy1" loCatId="hierarchy" qsTypeId="urn:microsoft.com/office/officeart/2005/8/quickstyle/simple1" qsCatId="simple" csTypeId="urn:microsoft.com/office/officeart/2005/8/colors/accent0_3" csCatId="mainScheme" phldr="1"/>
      <dgm:spPr/>
      <dgm:t>
        <a:bodyPr/>
        <a:lstStyle/>
        <a:p>
          <a:endParaRPr lang="en-US"/>
        </a:p>
      </dgm:t>
    </dgm:pt>
    <dgm:pt modelId="{1682777D-582F-4A2E-8430-7660D0F0C5B6}">
      <dgm:prSet/>
      <dgm:spPr/>
      <dgm:t>
        <a:bodyPr/>
        <a:lstStyle/>
        <a:p>
          <a:r>
            <a:rPr lang="en-US"/>
            <a:t>Budget</a:t>
          </a:r>
        </a:p>
      </dgm:t>
    </dgm:pt>
    <dgm:pt modelId="{3109B348-9F24-43C1-B1F5-33B75DF0D9C5}" type="parTrans" cxnId="{F9C80E34-66B0-4DFA-9BEA-96E960C486A8}">
      <dgm:prSet/>
      <dgm:spPr/>
      <dgm:t>
        <a:bodyPr/>
        <a:lstStyle/>
        <a:p>
          <a:endParaRPr lang="en-US"/>
        </a:p>
      </dgm:t>
    </dgm:pt>
    <dgm:pt modelId="{AE27F36A-D5FA-419D-AD2C-FBD37AC591C1}" type="sibTrans" cxnId="{F9C80E34-66B0-4DFA-9BEA-96E960C486A8}">
      <dgm:prSet/>
      <dgm:spPr/>
      <dgm:t>
        <a:bodyPr/>
        <a:lstStyle/>
        <a:p>
          <a:endParaRPr lang="en-US"/>
        </a:p>
      </dgm:t>
    </dgm:pt>
    <dgm:pt modelId="{8B567097-0924-46ED-8D66-0570D50F1B4A}">
      <dgm:prSet/>
      <dgm:spPr/>
      <dgm:t>
        <a:bodyPr/>
        <a:lstStyle/>
        <a:p>
          <a:r>
            <a:rPr lang="en-US"/>
            <a:t>Candidate Information</a:t>
          </a:r>
        </a:p>
      </dgm:t>
    </dgm:pt>
    <dgm:pt modelId="{95E613E6-EA3C-4311-A180-E62C439504EE}" type="parTrans" cxnId="{485E3A66-BBEB-4D34-B535-AC88A291ACE1}">
      <dgm:prSet/>
      <dgm:spPr/>
      <dgm:t>
        <a:bodyPr/>
        <a:lstStyle/>
        <a:p>
          <a:endParaRPr lang="en-US"/>
        </a:p>
      </dgm:t>
    </dgm:pt>
    <dgm:pt modelId="{5A2762F1-5160-4269-BE0F-35942E79867D}" type="sibTrans" cxnId="{485E3A66-BBEB-4D34-B535-AC88A291ACE1}">
      <dgm:prSet/>
      <dgm:spPr/>
      <dgm:t>
        <a:bodyPr/>
        <a:lstStyle/>
        <a:p>
          <a:endParaRPr lang="en-US"/>
        </a:p>
      </dgm:t>
    </dgm:pt>
    <dgm:pt modelId="{47084A12-5389-423F-9B84-0E9E00CDB4B6}">
      <dgm:prSet/>
      <dgm:spPr/>
      <dgm:t>
        <a:bodyPr/>
        <a:lstStyle/>
        <a:p>
          <a:r>
            <a:rPr lang="en-US" dirty="0" err="1"/>
            <a:t>Biosketch</a:t>
          </a:r>
          <a:endParaRPr lang="en-US" dirty="0"/>
        </a:p>
      </dgm:t>
    </dgm:pt>
    <dgm:pt modelId="{98D101EF-030F-41DB-903E-B1AC49718BB3}" type="parTrans" cxnId="{67746500-B70F-4B96-9C0C-4DC3D3E275CA}">
      <dgm:prSet/>
      <dgm:spPr/>
      <dgm:t>
        <a:bodyPr/>
        <a:lstStyle/>
        <a:p>
          <a:endParaRPr lang="en-US"/>
        </a:p>
      </dgm:t>
    </dgm:pt>
    <dgm:pt modelId="{394BA2F1-9ACF-4BFD-9668-675EB4B10EEC}" type="sibTrans" cxnId="{67746500-B70F-4B96-9C0C-4DC3D3E275CA}">
      <dgm:prSet/>
      <dgm:spPr/>
      <dgm:t>
        <a:bodyPr/>
        <a:lstStyle/>
        <a:p>
          <a:endParaRPr lang="en-US"/>
        </a:p>
      </dgm:t>
    </dgm:pt>
    <dgm:pt modelId="{05C57415-F39E-CB49-A721-3C7B80CA6412}" type="pres">
      <dgm:prSet presAssocID="{02DE80EC-CA23-4E7F-986C-BC9A238D6D70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6896A9A-9F56-7846-9A62-B8289DDC2DEB}" type="pres">
      <dgm:prSet presAssocID="{1682777D-582F-4A2E-8430-7660D0F0C5B6}" presName="hierRoot1" presStyleCnt="0"/>
      <dgm:spPr/>
    </dgm:pt>
    <dgm:pt modelId="{BE6D8A7E-4552-514A-A46D-CD9797AE1A2C}" type="pres">
      <dgm:prSet presAssocID="{1682777D-582F-4A2E-8430-7660D0F0C5B6}" presName="composite" presStyleCnt="0"/>
      <dgm:spPr/>
    </dgm:pt>
    <dgm:pt modelId="{4B0D8213-CF6D-FE49-BC96-5E5FC7F81041}" type="pres">
      <dgm:prSet presAssocID="{1682777D-582F-4A2E-8430-7660D0F0C5B6}" presName="background" presStyleLbl="node0" presStyleIdx="0" presStyleCnt="3"/>
      <dgm:spPr/>
    </dgm:pt>
    <dgm:pt modelId="{B91F53D0-B919-2042-93B8-80EC033068FB}" type="pres">
      <dgm:prSet presAssocID="{1682777D-582F-4A2E-8430-7660D0F0C5B6}" presName="text" presStyleLbl="fgAcc0" presStyleIdx="0" presStyleCnt="3">
        <dgm:presLayoutVars>
          <dgm:chPref val="3"/>
        </dgm:presLayoutVars>
      </dgm:prSet>
      <dgm:spPr/>
    </dgm:pt>
    <dgm:pt modelId="{0316BFA2-E52A-7F4E-A41D-3BBCA6B58BAF}" type="pres">
      <dgm:prSet presAssocID="{1682777D-582F-4A2E-8430-7660D0F0C5B6}" presName="hierChild2" presStyleCnt="0"/>
      <dgm:spPr/>
    </dgm:pt>
    <dgm:pt modelId="{477E324C-7D1C-8246-B9BC-1C1CBFC4D21F}" type="pres">
      <dgm:prSet presAssocID="{8B567097-0924-46ED-8D66-0570D50F1B4A}" presName="hierRoot1" presStyleCnt="0"/>
      <dgm:spPr/>
    </dgm:pt>
    <dgm:pt modelId="{F73EBEC5-5863-BC40-BFE5-47DAF195FC81}" type="pres">
      <dgm:prSet presAssocID="{8B567097-0924-46ED-8D66-0570D50F1B4A}" presName="composite" presStyleCnt="0"/>
      <dgm:spPr/>
    </dgm:pt>
    <dgm:pt modelId="{4BDC8152-2E6E-A245-A369-D9BC0F56C972}" type="pres">
      <dgm:prSet presAssocID="{8B567097-0924-46ED-8D66-0570D50F1B4A}" presName="background" presStyleLbl="node0" presStyleIdx="1" presStyleCnt="3"/>
      <dgm:spPr/>
    </dgm:pt>
    <dgm:pt modelId="{648B99D0-7BF8-4E4C-8E45-9D2A9E0512E6}" type="pres">
      <dgm:prSet presAssocID="{8B567097-0924-46ED-8D66-0570D50F1B4A}" presName="text" presStyleLbl="fgAcc0" presStyleIdx="1" presStyleCnt="3">
        <dgm:presLayoutVars>
          <dgm:chPref val="3"/>
        </dgm:presLayoutVars>
      </dgm:prSet>
      <dgm:spPr/>
    </dgm:pt>
    <dgm:pt modelId="{F7D870CB-9385-884C-B3DD-A4680CE1BB0E}" type="pres">
      <dgm:prSet presAssocID="{8B567097-0924-46ED-8D66-0570D50F1B4A}" presName="hierChild2" presStyleCnt="0"/>
      <dgm:spPr/>
    </dgm:pt>
    <dgm:pt modelId="{BE1CE492-1129-8A4E-A295-3653261B56B6}" type="pres">
      <dgm:prSet presAssocID="{47084A12-5389-423F-9B84-0E9E00CDB4B6}" presName="hierRoot1" presStyleCnt="0"/>
      <dgm:spPr/>
    </dgm:pt>
    <dgm:pt modelId="{497B5B0A-B45F-B14B-9867-851DB9A28FE6}" type="pres">
      <dgm:prSet presAssocID="{47084A12-5389-423F-9B84-0E9E00CDB4B6}" presName="composite" presStyleCnt="0"/>
      <dgm:spPr/>
    </dgm:pt>
    <dgm:pt modelId="{4BF7621D-89C2-C742-9E0B-869BCA655D43}" type="pres">
      <dgm:prSet presAssocID="{47084A12-5389-423F-9B84-0E9E00CDB4B6}" presName="background" presStyleLbl="node0" presStyleIdx="2" presStyleCnt="3"/>
      <dgm:spPr/>
    </dgm:pt>
    <dgm:pt modelId="{AD67FB8E-156C-D747-8A8E-6B8E284D373E}" type="pres">
      <dgm:prSet presAssocID="{47084A12-5389-423F-9B84-0E9E00CDB4B6}" presName="text" presStyleLbl="fgAcc0" presStyleIdx="2" presStyleCnt="3">
        <dgm:presLayoutVars>
          <dgm:chPref val="3"/>
        </dgm:presLayoutVars>
      </dgm:prSet>
      <dgm:spPr/>
    </dgm:pt>
    <dgm:pt modelId="{F813D6F9-A34A-8141-8D34-642896C2A485}" type="pres">
      <dgm:prSet presAssocID="{47084A12-5389-423F-9B84-0E9E00CDB4B6}" presName="hierChild2" presStyleCnt="0"/>
      <dgm:spPr/>
    </dgm:pt>
  </dgm:ptLst>
  <dgm:cxnLst>
    <dgm:cxn modelId="{67746500-B70F-4B96-9C0C-4DC3D3E275CA}" srcId="{02DE80EC-CA23-4E7F-986C-BC9A238D6D70}" destId="{47084A12-5389-423F-9B84-0E9E00CDB4B6}" srcOrd="2" destOrd="0" parTransId="{98D101EF-030F-41DB-903E-B1AC49718BB3}" sibTransId="{394BA2F1-9ACF-4BFD-9668-675EB4B10EEC}"/>
    <dgm:cxn modelId="{5C112C01-3576-2446-8ACE-BA4E0D20085B}" type="presOf" srcId="{8B567097-0924-46ED-8D66-0570D50F1B4A}" destId="{648B99D0-7BF8-4E4C-8E45-9D2A9E0512E6}" srcOrd="0" destOrd="0" presId="urn:microsoft.com/office/officeart/2005/8/layout/hierarchy1"/>
    <dgm:cxn modelId="{F9C80E34-66B0-4DFA-9BEA-96E960C486A8}" srcId="{02DE80EC-CA23-4E7F-986C-BC9A238D6D70}" destId="{1682777D-582F-4A2E-8430-7660D0F0C5B6}" srcOrd="0" destOrd="0" parTransId="{3109B348-9F24-43C1-B1F5-33B75DF0D9C5}" sibTransId="{AE27F36A-D5FA-419D-AD2C-FBD37AC591C1}"/>
    <dgm:cxn modelId="{B548204A-624A-3147-B0FA-AC87F6F57636}" type="presOf" srcId="{02DE80EC-CA23-4E7F-986C-BC9A238D6D70}" destId="{05C57415-F39E-CB49-A721-3C7B80CA6412}" srcOrd="0" destOrd="0" presId="urn:microsoft.com/office/officeart/2005/8/layout/hierarchy1"/>
    <dgm:cxn modelId="{485E3A66-BBEB-4D34-B535-AC88A291ACE1}" srcId="{02DE80EC-CA23-4E7F-986C-BC9A238D6D70}" destId="{8B567097-0924-46ED-8D66-0570D50F1B4A}" srcOrd="1" destOrd="0" parTransId="{95E613E6-EA3C-4311-A180-E62C439504EE}" sibTransId="{5A2762F1-5160-4269-BE0F-35942E79867D}"/>
    <dgm:cxn modelId="{E715FFC2-68AC-5449-925A-8A1C1EF30C4E}" type="presOf" srcId="{1682777D-582F-4A2E-8430-7660D0F0C5B6}" destId="{B91F53D0-B919-2042-93B8-80EC033068FB}" srcOrd="0" destOrd="0" presId="urn:microsoft.com/office/officeart/2005/8/layout/hierarchy1"/>
    <dgm:cxn modelId="{A28785C6-7BC4-9148-BF88-7975119F1FF5}" type="presOf" srcId="{47084A12-5389-423F-9B84-0E9E00CDB4B6}" destId="{AD67FB8E-156C-D747-8A8E-6B8E284D373E}" srcOrd="0" destOrd="0" presId="urn:microsoft.com/office/officeart/2005/8/layout/hierarchy1"/>
    <dgm:cxn modelId="{2FF36A4C-4B60-6B49-BD65-DC1AD1F758A3}" type="presParOf" srcId="{05C57415-F39E-CB49-A721-3C7B80CA6412}" destId="{96896A9A-9F56-7846-9A62-B8289DDC2DEB}" srcOrd="0" destOrd="0" presId="urn:microsoft.com/office/officeart/2005/8/layout/hierarchy1"/>
    <dgm:cxn modelId="{FE8F326D-BE64-2D4D-8110-EAE83E293016}" type="presParOf" srcId="{96896A9A-9F56-7846-9A62-B8289DDC2DEB}" destId="{BE6D8A7E-4552-514A-A46D-CD9797AE1A2C}" srcOrd="0" destOrd="0" presId="urn:microsoft.com/office/officeart/2005/8/layout/hierarchy1"/>
    <dgm:cxn modelId="{66F9D15C-047D-B941-B4E0-723777A64888}" type="presParOf" srcId="{BE6D8A7E-4552-514A-A46D-CD9797AE1A2C}" destId="{4B0D8213-CF6D-FE49-BC96-5E5FC7F81041}" srcOrd="0" destOrd="0" presId="urn:microsoft.com/office/officeart/2005/8/layout/hierarchy1"/>
    <dgm:cxn modelId="{D8F46CB7-BC8E-C74C-A282-BB8A5772E06B}" type="presParOf" srcId="{BE6D8A7E-4552-514A-A46D-CD9797AE1A2C}" destId="{B91F53D0-B919-2042-93B8-80EC033068FB}" srcOrd="1" destOrd="0" presId="urn:microsoft.com/office/officeart/2005/8/layout/hierarchy1"/>
    <dgm:cxn modelId="{96441EE0-D3B1-214C-AEB2-2AF4FA844AB7}" type="presParOf" srcId="{96896A9A-9F56-7846-9A62-B8289DDC2DEB}" destId="{0316BFA2-E52A-7F4E-A41D-3BBCA6B58BAF}" srcOrd="1" destOrd="0" presId="urn:microsoft.com/office/officeart/2005/8/layout/hierarchy1"/>
    <dgm:cxn modelId="{C0083210-82B8-2446-B701-0C081CFD6061}" type="presParOf" srcId="{05C57415-F39E-CB49-A721-3C7B80CA6412}" destId="{477E324C-7D1C-8246-B9BC-1C1CBFC4D21F}" srcOrd="1" destOrd="0" presId="urn:microsoft.com/office/officeart/2005/8/layout/hierarchy1"/>
    <dgm:cxn modelId="{AB6D2A69-639D-F24D-A04E-4EC1A72360F1}" type="presParOf" srcId="{477E324C-7D1C-8246-B9BC-1C1CBFC4D21F}" destId="{F73EBEC5-5863-BC40-BFE5-47DAF195FC81}" srcOrd="0" destOrd="0" presId="urn:microsoft.com/office/officeart/2005/8/layout/hierarchy1"/>
    <dgm:cxn modelId="{A0A84718-8074-5A42-A320-279B030E0A3E}" type="presParOf" srcId="{F73EBEC5-5863-BC40-BFE5-47DAF195FC81}" destId="{4BDC8152-2E6E-A245-A369-D9BC0F56C972}" srcOrd="0" destOrd="0" presId="urn:microsoft.com/office/officeart/2005/8/layout/hierarchy1"/>
    <dgm:cxn modelId="{EFD90F45-B79A-A74E-88AF-1EC73B8F49B9}" type="presParOf" srcId="{F73EBEC5-5863-BC40-BFE5-47DAF195FC81}" destId="{648B99D0-7BF8-4E4C-8E45-9D2A9E0512E6}" srcOrd="1" destOrd="0" presId="urn:microsoft.com/office/officeart/2005/8/layout/hierarchy1"/>
    <dgm:cxn modelId="{4FB89B00-B9B7-D849-ABBF-037A8466B325}" type="presParOf" srcId="{477E324C-7D1C-8246-B9BC-1C1CBFC4D21F}" destId="{F7D870CB-9385-884C-B3DD-A4680CE1BB0E}" srcOrd="1" destOrd="0" presId="urn:microsoft.com/office/officeart/2005/8/layout/hierarchy1"/>
    <dgm:cxn modelId="{FC0B21C6-ABEE-CA43-80F3-36476919F317}" type="presParOf" srcId="{05C57415-F39E-CB49-A721-3C7B80CA6412}" destId="{BE1CE492-1129-8A4E-A295-3653261B56B6}" srcOrd="2" destOrd="0" presId="urn:microsoft.com/office/officeart/2005/8/layout/hierarchy1"/>
    <dgm:cxn modelId="{F3100726-7088-DD48-BA1C-A4FFB4C8D605}" type="presParOf" srcId="{BE1CE492-1129-8A4E-A295-3653261B56B6}" destId="{497B5B0A-B45F-B14B-9867-851DB9A28FE6}" srcOrd="0" destOrd="0" presId="urn:microsoft.com/office/officeart/2005/8/layout/hierarchy1"/>
    <dgm:cxn modelId="{16AEE5C4-E3E4-5B46-99FB-B27CB19CC18E}" type="presParOf" srcId="{497B5B0A-B45F-B14B-9867-851DB9A28FE6}" destId="{4BF7621D-89C2-C742-9E0B-869BCA655D43}" srcOrd="0" destOrd="0" presId="urn:microsoft.com/office/officeart/2005/8/layout/hierarchy1"/>
    <dgm:cxn modelId="{B1A27B65-5466-704F-BAAD-08F6C9C39FBB}" type="presParOf" srcId="{497B5B0A-B45F-B14B-9867-851DB9A28FE6}" destId="{AD67FB8E-156C-D747-8A8E-6B8E284D373E}" srcOrd="1" destOrd="0" presId="urn:microsoft.com/office/officeart/2005/8/layout/hierarchy1"/>
    <dgm:cxn modelId="{22579A8A-4DFB-6146-8DB4-FAC234DF352C}" type="presParOf" srcId="{BE1CE492-1129-8A4E-A295-3653261B56B6}" destId="{F813D6F9-A34A-8141-8D34-642896C2A485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F100C461-2825-4F40-878D-2249666CBDA0}" type="doc">
      <dgm:prSet loTypeId="urn:microsoft.com/office/officeart/2005/8/layout/list1" loCatId="list" qsTypeId="urn:microsoft.com/office/officeart/2005/8/quickstyle/simple4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BF9C2969-AA11-40D5-90B6-73F5F8D7E97B}">
      <dgm:prSet/>
      <dgm:spPr/>
      <dgm:t>
        <a:bodyPr/>
        <a:lstStyle/>
        <a:p>
          <a:r>
            <a:rPr lang="en-US" dirty="0"/>
            <a:t>Fill out this </a:t>
          </a:r>
          <a:r>
            <a:rPr lang="en-US" dirty="0">
              <a:hlinkClick xmlns:r="http://schemas.openxmlformats.org/officeDocument/2006/relationships" r:id="rId1"/>
            </a:rPr>
            <a:t>worksheet</a:t>
          </a:r>
          <a:endParaRPr lang="en-US" dirty="0"/>
        </a:p>
      </dgm:t>
    </dgm:pt>
    <dgm:pt modelId="{395030C3-EA16-449A-83FB-AFBAC7E59904}" type="parTrans" cxnId="{6C847864-D33A-4576-B311-02846D6DD37F}">
      <dgm:prSet/>
      <dgm:spPr/>
      <dgm:t>
        <a:bodyPr/>
        <a:lstStyle/>
        <a:p>
          <a:endParaRPr lang="en-US"/>
        </a:p>
      </dgm:t>
    </dgm:pt>
    <dgm:pt modelId="{90DDB3C3-47ED-4B00-A602-DDF66EB1CE25}" type="sibTrans" cxnId="{6C847864-D33A-4576-B311-02846D6DD37F}">
      <dgm:prSet/>
      <dgm:spPr/>
      <dgm:t>
        <a:bodyPr/>
        <a:lstStyle/>
        <a:p>
          <a:endParaRPr lang="en-US"/>
        </a:p>
      </dgm:t>
    </dgm:pt>
    <dgm:pt modelId="{A4EC5806-830D-43F0-B36D-EDCAACEC9D6A}">
      <dgm:prSet/>
      <dgm:spPr/>
      <dgm:t>
        <a:bodyPr/>
        <a:lstStyle/>
        <a:p>
          <a:r>
            <a:rPr lang="en-US"/>
            <a:t>Allowable items include</a:t>
          </a:r>
        </a:p>
      </dgm:t>
    </dgm:pt>
    <dgm:pt modelId="{A74C7774-5A7D-4EE8-B7FE-758755CD5C7A}" type="parTrans" cxnId="{B3A07F3C-F9FD-4803-BA4D-479A0E879C03}">
      <dgm:prSet/>
      <dgm:spPr/>
      <dgm:t>
        <a:bodyPr/>
        <a:lstStyle/>
        <a:p>
          <a:endParaRPr lang="en-US"/>
        </a:p>
      </dgm:t>
    </dgm:pt>
    <dgm:pt modelId="{F4842FB2-7D2C-403F-B2E8-C9323E651602}" type="sibTrans" cxnId="{B3A07F3C-F9FD-4803-BA4D-479A0E879C03}">
      <dgm:prSet/>
      <dgm:spPr/>
      <dgm:t>
        <a:bodyPr/>
        <a:lstStyle/>
        <a:p>
          <a:endParaRPr lang="en-US"/>
        </a:p>
      </dgm:t>
    </dgm:pt>
    <dgm:pt modelId="{B9833E4B-688B-4CAE-A33E-359CCDC99A3D}">
      <dgm:prSet/>
      <dgm:spPr/>
      <dgm:t>
        <a:bodyPr/>
        <a:lstStyle/>
        <a:p>
          <a:r>
            <a:rPr lang="en-US" b="0" i="0" dirty="0"/>
            <a:t>For F31: Use the predoctoral stipend rate (currently $28,788).</a:t>
          </a:r>
          <a:endParaRPr lang="en-US" dirty="0"/>
        </a:p>
      </dgm:t>
    </dgm:pt>
    <dgm:pt modelId="{7C150357-A7C8-4FFD-8997-22E5CC76E643}" type="parTrans" cxnId="{D16E62F6-647D-4781-8DA2-E7A7FDCA73CC}">
      <dgm:prSet/>
      <dgm:spPr/>
      <dgm:t>
        <a:bodyPr/>
        <a:lstStyle/>
        <a:p>
          <a:endParaRPr lang="en-US"/>
        </a:p>
      </dgm:t>
    </dgm:pt>
    <dgm:pt modelId="{10DB249A-5ECE-45EA-96E2-BBF07A537201}" type="sibTrans" cxnId="{D16E62F6-647D-4781-8DA2-E7A7FDCA73CC}">
      <dgm:prSet/>
      <dgm:spPr/>
      <dgm:t>
        <a:bodyPr/>
        <a:lstStyle/>
        <a:p>
          <a:endParaRPr lang="en-US"/>
        </a:p>
      </dgm:t>
    </dgm:pt>
    <dgm:pt modelId="{F0F1242B-C932-4950-AE80-3A40ED9ADEB5}">
      <dgm:prSet/>
      <dgm:spPr/>
      <dgm:t>
        <a:bodyPr/>
        <a:lstStyle/>
        <a:p>
          <a:r>
            <a:rPr lang="en-US" dirty="0"/>
            <a:t>Tuition and Fees</a:t>
          </a:r>
        </a:p>
      </dgm:t>
    </dgm:pt>
    <dgm:pt modelId="{07F2142A-E843-44FF-9037-E4109C6681EA}" type="parTrans" cxnId="{7C258D27-D364-440B-A3F8-7F61D2F64F51}">
      <dgm:prSet/>
      <dgm:spPr/>
      <dgm:t>
        <a:bodyPr/>
        <a:lstStyle/>
        <a:p>
          <a:endParaRPr lang="en-US"/>
        </a:p>
      </dgm:t>
    </dgm:pt>
    <dgm:pt modelId="{D2D909D1-4267-4A66-BDFC-B8729F246AB6}" type="sibTrans" cxnId="{7C258D27-D364-440B-A3F8-7F61D2F64F51}">
      <dgm:prSet/>
      <dgm:spPr/>
      <dgm:t>
        <a:bodyPr/>
        <a:lstStyle/>
        <a:p>
          <a:endParaRPr lang="en-US"/>
        </a:p>
      </dgm:t>
    </dgm:pt>
    <dgm:pt modelId="{1B9DAE24-847C-4799-BC10-4CFE06500854}">
      <dgm:prSet/>
      <dgm:spPr/>
      <dgm:t>
        <a:bodyPr/>
        <a:lstStyle/>
        <a:p>
          <a:r>
            <a:rPr lang="en-US" dirty="0"/>
            <a:t>Institutional Allowance</a:t>
          </a:r>
        </a:p>
      </dgm:t>
    </dgm:pt>
    <dgm:pt modelId="{5F5FD8A1-1113-4AD9-85C4-36884F02E48D}" type="parTrans" cxnId="{C0ABC1CF-9A76-41EA-ADCF-03D5A8EEC1CE}">
      <dgm:prSet/>
      <dgm:spPr/>
      <dgm:t>
        <a:bodyPr/>
        <a:lstStyle/>
        <a:p>
          <a:endParaRPr lang="en-US"/>
        </a:p>
      </dgm:t>
    </dgm:pt>
    <dgm:pt modelId="{32E2088D-AF69-4592-BA61-8E3F0DB7418D}" type="sibTrans" cxnId="{C0ABC1CF-9A76-41EA-ADCF-03D5A8EEC1CE}">
      <dgm:prSet/>
      <dgm:spPr/>
      <dgm:t>
        <a:bodyPr/>
        <a:lstStyle/>
        <a:p>
          <a:endParaRPr lang="en-US"/>
        </a:p>
      </dgm:t>
    </dgm:pt>
    <dgm:pt modelId="{530DC46C-42D3-4044-A5ED-FEF002429BE1}">
      <dgm:prSet/>
      <dgm:spPr/>
      <dgm:t>
        <a:bodyPr/>
        <a:lstStyle/>
        <a:p>
          <a:r>
            <a:rPr lang="en-US"/>
            <a:t>Childcare Allowance</a:t>
          </a:r>
        </a:p>
      </dgm:t>
    </dgm:pt>
    <dgm:pt modelId="{49BE4264-270E-4271-9BA9-440D55A41F34}" type="parTrans" cxnId="{DDD2A0A2-5C91-4D15-977F-9FA9DACD34E6}">
      <dgm:prSet/>
      <dgm:spPr/>
      <dgm:t>
        <a:bodyPr/>
        <a:lstStyle/>
        <a:p>
          <a:endParaRPr lang="en-US"/>
        </a:p>
      </dgm:t>
    </dgm:pt>
    <dgm:pt modelId="{9B73ACAC-195D-47D3-9961-228111AE888A}" type="sibTrans" cxnId="{DDD2A0A2-5C91-4D15-977F-9FA9DACD34E6}">
      <dgm:prSet/>
      <dgm:spPr/>
      <dgm:t>
        <a:bodyPr/>
        <a:lstStyle/>
        <a:p>
          <a:endParaRPr lang="en-US"/>
        </a:p>
      </dgm:t>
    </dgm:pt>
    <dgm:pt modelId="{BFE64BBE-9682-D044-9C2D-A3412AE59EB6}">
      <dgm:prSet/>
      <dgm:spPr/>
      <dgm:t>
        <a:bodyPr/>
        <a:lstStyle/>
        <a:p>
          <a:pPr>
            <a:buFont typeface="Arial" panose="020B0604020202020204" pitchFamily="34" charset="0"/>
            <a:buChar char="•"/>
          </a:pPr>
          <a:r>
            <a:rPr lang="en-US" b="0" i="0" dirty="0"/>
            <a:t>For F32: Varies</a:t>
          </a:r>
          <a:r>
            <a:rPr lang="en-US" b="0" i="0" dirty="0">
              <a:hlinkClick xmlns:r="http://schemas.openxmlformats.org/officeDocument/2006/relationships" r:id="rId2"/>
            </a:rPr>
            <a:t>NOT-OD-25-105</a:t>
          </a:r>
          <a:r>
            <a:rPr lang="en-US" b="0" i="0" dirty="0"/>
            <a:t>).</a:t>
          </a:r>
        </a:p>
      </dgm:t>
    </dgm:pt>
    <dgm:pt modelId="{7572E2AA-9333-F14E-82B1-CF865D29168D}" type="parTrans" cxnId="{541B4D7D-A779-5B4B-B802-620A0AC37827}">
      <dgm:prSet/>
      <dgm:spPr/>
      <dgm:t>
        <a:bodyPr/>
        <a:lstStyle/>
        <a:p>
          <a:endParaRPr lang="en-US"/>
        </a:p>
      </dgm:t>
    </dgm:pt>
    <dgm:pt modelId="{FA9EEF26-13EB-5540-9583-B4B46DAB6186}" type="sibTrans" cxnId="{541B4D7D-A779-5B4B-B802-620A0AC37827}">
      <dgm:prSet/>
      <dgm:spPr/>
      <dgm:t>
        <a:bodyPr/>
        <a:lstStyle/>
        <a:p>
          <a:endParaRPr lang="en-US"/>
        </a:p>
      </dgm:t>
    </dgm:pt>
    <dgm:pt modelId="{7170136E-A36B-5646-BE67-CD6699A6D196}" type="pres">
      <dgm:prSet presAssocID="{F100C461-2825-4F40-878D-2249666CBDA0}" presName="linear" presStyleCnt="0">
        <dgm:presLayoutVars>
          <dgm:dir/>
          <dgm:animLvl val="lvl"/>
          <dgm:resizeHandles val="exact"/>
        </dgm:presLayoutVars>
      </dgm:prSet>
      <dgm:spPr/>
    </dgm:pt>
    <dgm:pt modelId="{6AAF2810-1A5B-E548-8D10-B55CD5F5526B}" type="pres">
      <dgm:prSet presAssocID="{BF9C2969-AA11-40D5-90B6-73F5F8D7E97B}" presName="parentLin" presStyleCnt="0"/>
      <dgm:spPr/>
    </dgm:pt>
    <dgm:pt modelId="{BCDD87F9-461D-A44C-B6A3-EC8EC65145D6}" type="pres">
      <dgm:prSet presAssocID="{BF9C2969-AA11-40D5-90B6-73F5F8D7E97B}" presName="parentLeftMargin" presStyleLbl="node1" presStyleIdx="0" presStyleCnt="2"/>
      <dgm:spPr/>
    </dgm:pt>
    <dgm:pt modelId="{0B7AB5D5-D003-E649-BA3E-E4EF29F51B8E}" type="pres">
      <dgm:prSet presAssocID="{BF9C2969-AA11-40D5-90B6-73F5F8D7E97B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DC21CF09-DFBC-6B4F-80C0-563F48CCE126}" type="pres">
      <dgm:prSet presAssocID="{BF9C2969-AA11-40D5-90B6-73F5F8D7E97B}" presName="negativeSpace" presStyleCnt="0"/>
      <dgm:spPr/>
    </dgm:pt>
    <dgm:pt modelId="{33ED38F9-E76E-BF47-842F-DAE94D66A35C}" type="pres">
      <dgm:prSet presAssocID="{BF9C2969-AA11-40D5-90B6-73F5F8D7E97B}" presName="childText" presStyleLbl="conFgAcc1" presStyleIdx="0" presStyleCnt="2">
        <dgm:presLayoutVars>
          <dgm:bulletEnabled val="1"/>
        </dgm:presLayoutVars>
      </dgm:prSet>
      <dgm:spPr/>
    </dgm:pt>
    <dgm:pt modelId="{280EB7D1-74CA-8343-87C1-6CFCB48A5917}" type="pres">
      <dgm:prSet presAssocID="{90DDB3C3-47ED-4B00-A602-DDF66EB1CE25}" presName="spaceBetweenRectangles" presStyleCnt="0"/>
      <dgm:spPr/>
    </dgm:pt>
    <dgm:pt modelId="{155700FB-D58F-B047-B3DB-E68C4FFBF78F}" type="pres">
      <dgm:prSet presAssocID="{A4EC5806-830D-43F0-B36D-EDCAACEC9D6A}" presName="parentLin" presStyleCnt="0"/>
      <dgm:spPr/>
    </dgm:pt>
    <dgm:pt modelId="{A7A69086-B584-304B-AF0D-3041A687750D}" type="pres">
      <dgm:prSet presAssocID="{A4EC5806-830D-43F0-B36D-EDCAACEC9D6A}" presName="parentLeftMargin" presStyleLbl="node1" presStyleIdx="0" presStyleCnt="2"/>
      <dgm:spPr/>
    </dgm:pt>
    <dgm:pt modelId="{E95B209E-A301-FF47-A41B-3345688B63D1}" type="pres">
      <dgm:prSet presAssocID="{A4EC5806-830D-43F0-B36D-EDCAACEC9D6A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DB730404-F9E5-9046-BC0D-2E348D9D45AE}" type="pres">
      <dgm:prSet presAssocID="{A4EC5806-830D-43F0-B36D-EDCAACEC9D6A}" presName="negativeSpace" presStyleCnt="0"/>
      <dgm:spPr/>
    </dgm:pt>
    <dgm:pt modelId="{44DEC95C-27A9-C646-9641-B4E02B54B550}" type="pres">
      <dgm:prSet presAssocID="{A4EC5806-830D-43F0-B36D-EDCAACEC9D6A}" presName="childText" presStyleLbl="conFgAcc1" presStyleIdx="1" presStyleCnt="2">
        <dgm:presLayoutVars>
          <dgm:bulletEnabled val="1"/>
        </dgm:presLayoutVars>
      </dgm:prSet>
      <dgm:spPr/>
    </dgm:pt>
  </dgm:ptLst>
  <dgm:cxnLst>
    <dgm:cxn modelId="{74DC291D-E9B4-7846-AF5A-2229C470930E}" type="presOf" srcId="{F0F1242B-C932-4950-AE80-3A40ED9ADEB5}" destId="{44DEC95C-27A9-C646-9641-B4E02B54B550}" srcOrd="0" destOrd="2" presId="urn:microsoft.com/office/officeart/2005/8/layout/list1"/>
    <dgm:cxn modelId="{7C258D27-D364-440B-A3F8-7F61D2F64F51}" srcId="{A4EC5806-830D-43F0-B36D-EDCAACEC9D6A}" destId="{F0F1242B-C932-4950-AE80-3A40ED9ADEB5}" srcOrd="2" destOrd="0" parTransId="{07F2142A-E843-44FF-9037-E4109C6681EA}" sibTransId="{D2D909D1-4267-4A66-BDFC-B8729F246AB6}"/>
    <dgm:cxn modelId="{7E329B29-F793-B349-BBA2-3E4146BB80E5}" type="presOf" srcId="{BF9C2969-AA11-40D5-90B6-73F5F8D7E97B}" destId="{0B7AB5D5-D003-E649-BA3E-E4EF29F51B8E}" srcOrd="1" destOrd="0" presId="urn:microsoft.com/office/officeart/2005/8/layout/list1"/>
    <dgm:cxn modelId="{C3AE7338-DECC-EA40-988B-3856402A6864}" type="presOf" srcId="{BFE64BBE-9682-D044-9C2D-A3412AE59EB6}" destId="{44DEC95C-27A9-C646-9641-B4E02B54B550}" srcOrd="0" destOrd="1" presId="urn:microsoft.com/office/officeart/2005/8/layout/list1"/>
    <dgm:cxn modelId="{B3A07F3C-F9FD-4803-BA4D-479A0E879C03}" srcId="{F100C461-2825-4F40-878D-2249666CBDA0}" destId="{A4EC5806-830D-43F0-B36D-EDCAACEC9D6A}" srcOrd="1" destOrd="0" parTransId="{A74C7774-5A7D-4EE8-B7FE-758755CD5C7A}" sibTransId="{F4842FB2-7D2C-403F-B2E8-C9323E651602}"/>
    <dgm:cxn modelId="{F7761B5D-A763-8B42-8041-3AB56F1828AE}" type="presOf" srcId="{1B9DAE24-847C-4799-BC10-4CFE06500854}" destId="{44DEC95C-27A9-C646-9641-B4E02B54B550}" srcOrd="0" destOrd="3" presId="urn:microsoft.com/office/officeart/2005/8/layout/list1"/>
    <dgm:cxn modelId="{6C847864-D33A-4576-B311-02846D6DD37F}" srcId="{F100C461-2825-4F40-878D-2249666CBDA0}" destId="{BF9C2969-AA11-40D5-90B6-73F5F8D7E97B}" srcOrd="0" destOrd="0" parTransId="{395030C3-EA16-449A-83FB-AFBAC7E59904}" sibTransId="{90DDB3C3-47ED-4B00-A602-DDF66EB1CE25}"/>
    <dgm:cxn modelId="{6CB22979-BEBC-2B4D-BCA3-002A8FFF297D}" type="presOf" srcId="{A4EC5806-830D-43F0-B36D-EDCAACEC9D6A}" destId="{E95B209E-A301-FF47-A41B-3345688B63D1}" srcOrd="1" destOrd="0" presId="urn:microsoft.com/office/officeart/2005/8/layout/list1"/>
    <dgm:cxn modelId="{541B4D7D-A779-5B4B-B802-620A0AC37827}" srcId="{A4EC5806-830D-43F0-B36D-EDCAACEC9D6A}" destId="{BFE64BBE-9682-D044-9C2D-A3412AE59EB6}" srcOrd="1" destOrd="0" parTransId="{7572E2AA-9333-F14E-82B1-CF865D29168D}" sibTransId="{FA9EEF26-13EB-5540-9583-B4B46DAB6186}"/>
    <dgm:cxn modelId="{362B3E84-221C-4049-9A89-3CA2C8335EB5}" type="presOf" srcId="{B9833E4B-688B-4CAE-A33E-359CCDC99A3D}" destId="{44DEC95C-27A9-C646-9641-B4E02B54B550}" srcOrd="0" destOrd="0" presId="urn:microsoft.com/office/officeart/2005/8/layout/list1"/>
    <dgm:cxn modelId="{DDD2A0A2-5C91-4D15-977F-9FA9DACD34E6}" srcId="{A4EC5806-830D-43F0-B36D-EDCAACEC9D6A}" destId="{530DC46C-42D3-4044-A5ED-FEF002429BE1}" srcOrd="4" destOrd="0" parTransId="{49BE4264-270E-4271-9BA9-440D55A41F34}" sibTransId="{9B73ACAC-195D-47D3-9961-228111AE888A}"/>
    <dgm:cxn modelId="{5F0B40A3-FE4D-444C-BA40-2E63B2210E55}" type="presOf" srcId="{A4EC5806-830D-43F0-B36D-EDCAACEC9D6A}" destId="{A7A69086-B584-304B-AF0D-3041A687750D}" srcOrd="0" destOrd="0" presId="urn:microsoft.com/office/officeart/2005/8/layout/list1"/>
    <dgm:cxn modelId="{BC5FABCA-0584-6C40-8AB5-7DAC65DF41A8}" type="presOf" srcId="{BF9C2969-AA11-40D5-90B6-73F5F8D7E97B}" destId="{BCDD87F9-461D-A44C-B6A3-EC8EC65145D6}" srcOrd="0" destOrd="0" presId="urn:microsoft.com/office/officeart/2005/8/layout/list1"/>
    <dgm:cxn modelId="{C0ABC1CF-9A76-41EA-ADCF-03D5A8EEC1CE}" srcId="{A4EC5806-830D-43F0-B36D-EDCAACEC9D6A}" destId="{1B9DAE24-847C-4799-BC10-4CFE06500854}" srcOrd="3" destOrd="0" parTransId="{5F5FD8A1-1113-4AD9-85C4-36884F02E48D}" sibTransId="{32E2088D-AF69-4592-BA61-8E3F0DB7418D}"/>
    <dgm:cxn modelId="{68956CDE-0DA6-8E40-B4BD-745F24187BE3}" type="presOf" srcId="{F100C461-2825-4F40-878D-2249666CBDA0}" destId="{7170136E-A36B-5646-BE67-CD6699A6D196}" srcOrd="0" destOrd="0" presId="urn:microsoft.com/office/officeart/2005/8/layout/list1"/>
    <dgm:cxn modelId="{635351E8-0E9C-3748-A22A-24358B1B3F71}" type="presOf" srcId="{530DC46C-42D3-4044-A5ED-FEF002429BE1}" destId="{44DEC95C-27A9-C646-9641-B4E02B54B550}" srcOrd="0" destOrd="4" presId="urn:microsoft.com/office/officeart/2005/8/layout/list1"/>
    <dgm:cxn modelId="{D16E62F6-647D-4781-8DA2-E7A7FDCA73CC}" srcId="{A4EC5806-830D-43F0-B36D-EDCAACEC9D6A}" destId="{B9833E4B-688B-4CAE-A33E-359CCDC99A3D}" srcOrd="0" destOrd="0" parTransId="{7C150357-A7C8-4FFD-8997-22E5CC76E643}" sibTransId="{10DB249A-5ECE-45EA-96E2-BBF07A537201}"/>
    <dgm:cxn modelId="{0C33BF73-FED2-6245-BF74-111CCB2582D7}" type="presParOf" srcId="{7170136E-A36B-5646-BE67-CD6699A6D196}" destId="{6AAF2810-1A5B-E548-8D10-B55CD5F5526B}" srcOrd="0" destOrd="0" presId="urn:microsoft.com/office/officeart/2005/8/layout/list1"/>
    <dgm:cxn modelId="{70E321B3-EA89-BB40-A648-FD001388F1C3}" type="presParOf" srcId="{6AAF2810-1A5B-E548-8D10-B55CD5F5526B}" destId="{BCDD87F9-461D-A44C-B6A3-EC8EC65145D6}" srcOrd="0" destOrd="0" presId="urn:microsoft.com/office/officeart/2005/8/layout/list1"/>
    <dgm:cxn modelId="{9DC954D0-42A6-0742-AA04-EAA5764C4B86}" type="presParOf" srcId="{6AAF2810-1A5B-E548-8D10-B55CD5F5526B}" destId="{0B7AB5D5-D003-E649-BA3E-E4EF29F51B8E}" srcOrd="1" destOrd="0" presId="urn:microsoft.com/office/officeart/2005/8/layout/list1"/>
    <dgm:cxn modelId="{CDD20E4D-2CD9-1842-858A-36EE8FEA7991}" type="presParOf" srcId="{7170136E-A36B-5646-BE67-CD6699A6D196}" destId="{DC21CF09-DFBC-6B4F-80C0-563F48CCE126}" srcOrd="1" destOrd="0" presId="urn:microsoft.com/office/officeart/2005/8/layout/list1"/>
    <dgm:cxn modelId="{00DAA7E7-F0F8-E64B-A6B6-76401BEF5D84}" type="presParOf" srcId="{7170136E-A36B-5646-BE67-CD6699A6D196}" destId="{33ED38F9-E76E-BF47-842F-DAE94D66A35C}" srcOrd="2" destOrd="0" presId="urn:microsoft.com/office/officeart/2005/8/layout/list1"/>
    <dgm:cxn modelId="{8D664952-CA26-EC4B-9818-4B2DBF6A9984}" type="presParOf" srcId="{7170136E-A36B-5646-BE67-CD6699A6D196}" destId="{280EB7D1-74CA-8343-87C1-6CFCB48A5917}" srcOrd="3" destOrd="0" presId="urn:microsoft.com/office/officeart/2005/8/layout/list1"/>
    <dgm:cxn modelId="{DF5B0916-9BF1-3E48-B4EC-CA683597A825}" type="presParOf" srcId="{7170136E-A36B-5646-BE67-CD6699A6D196}" destId="{155700FB-D58F-B047-B3DB-E68C4FFBF78F}" srcOrd="4" destOrd="0" presId="urn:microsoft.com/office/officeart/2005/8/layout/list1"/>
    <dgm:cxn modelId="{43EC6E8C-1E1C-4E4C-B454-1343F5CEC504}" type="presParOf" srcId="{155700FB-D58F-B047-B3DB-E68C4FFBF78F}" destId="{A7A69086-B584-304B-AF0D-3041A687750D}" srcOrd="0" destOrd="0" presId="urn:microsoft.com/office/officeart/2005/8/layout/list1"/>
    <dgm:cxn modelId="{906D31B0-8E12-F54C-B012-FECC63460542}" type="presParOf" srcId="{155700FB-D58F-B047-B3DB-E68C4FFBF78F}" destId="{E95B209E-A301-FF47-A41B-3345688B63D1}" srcOrd="1" destOrd="0" presId="urn:microsoft.com/office/officeart/2005/8/layout/list1"/>
    <dgm:cxn modelId="{B081D46F-D418-684D-BE31-9E158BE2CC58}" type="presParOf" srcId="{7170136E-A36B-5646-BE67-CD6699A6D196}" destId="{DB730404-F9E5-9046-BC0D-2E348D9D45AE}" srcOrd="5" destOrd="0" presId="urn:microsoft.com/office/officeart/2005/8/layout/list1"/>
    <dgm:cxn modelId="{FDF9E59C-9D85-0B4D-B2E2-31C350AFB45F}" type="presParOf" srcId="{7170136E-A36B-5646-BE67-CD6699A6D196}" destId="{44DEC95C-27A9-C646-9641-B4E02B54B550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F882E2E5-AC30-4B90-BABE-D949929FC935}">
      <dsp:nvSpPr>
        <dsp:cNvPr id="0" name=""/>
        <dsp:cNvSpPr/>
      </dsp:nvSpPr>
      <dsp:spPr>
        <a:xfrm>
          <a:off x="752566" y="1045320"/>
          <a:ext cx="1066720" cy="10667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13F566E-E446-4FD4-A666-3ADCA98F6F22}">
      <dsp:nvSpPr>
        <dsp:cNvPr id="0" name=""/>
        <dsp:cNvSpPr/>
      </dsp:nvSpPr>
      <dsp:spPr>
        <a:xfrm>
          <a:off x="100682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Principal Investigator </a:t>
          </a:r>
          <a:r>
            <a:rPr lang="en-US" sz="1700" kern="1200" dirty="0"/>
            <a:t>(PI) – You</a:t>
          </a:r>
        </a:p>
      </dsp:txBody>
      <dsp:txXfrm>
        <a:off x="100682" y="2427484"/>
        <a:ext cx="2370489" cy="720000"/>
      </dsp:txXfrm>
    </dsp:sp>
    <dsp:sp modelId="{27A5608C-22CE-4ABF-9B29-8915EC758CF8}">
      <dsp:nvSpPr>
        <dsp:cNvPr id="0" name=""/>
        <dsp:cNvSpPr/>
      </dsp:nvSpPr>
      <dsp:spPr>
        <a:xfrm>
          <a:off x="3537891" y="1045320"/>
          <a:ext cx="1066720" cy="10667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680C5A-4B4C-4AA6-B06C-8E920760C71D}">
      <dsp:nvSpPr>
        <dsp:cNvPr id="0" name=""/>
        <dsp:cNvSpPr/>
      </dsp:nvSpPr>
      <dsp:spPr>
        <a:xfrm>
          <a:off x="2886007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Sponsor</a:t>
          </a:r>
          <a:r>
            <a:rPr lang="en-US" sz="1700" kern="1200" dirty="0"/>
            <a:t> – Your mentor</a:t>
          </a:r>
        </a:p>
      </dsp:txBody>
      <dsp:txXfrm>
        <a:off x="2886007" y="2427484"/>
        <a:ext cx="2370489" cy="720000"/>
      </dsp:txXfrm>
    </dsp:sp>
    <dsp:sp modelId="{10DDB2DD-BA9C-43B4-8507-7A565B22CCDD}">
      <dsp:nvSpPr>
        <dsp:cNvPr id="0" name=""/>
        <dsp:cNvSpPr/>
      </dsp:nvSpPr>
      <dsp:spPr>
        <a:xfrm>
          <a:off x="6323216" y="1045320"/>
          <a:ext cx="1066720" cy="10667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C426589-5A3C-4171-9AFC-FF40812EE6A5}">
      <dsp:nvSpPr>
        <dsp:cNvPr id="0" name=""/>
        <dsp:cNvSpPr/>
      </dsp:nvSpPr>
      <dsp:spPr>
        <a:xfrm>
          <a:off x="5671332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Co-Sponsor</a:t>
          </a:r>
          <a:r>
            <a:rPr lang="en-US" sz="1700" kern="1200" dirty="0"/>
            <a:t> – Your co-mentor (if you have one)</a:t>
          </a:r>
        </a:p>
      </dsp:txBody>
      <dsp:txXfrm>
        <a:off x="5671332" y="2427484"/>
        <a:ext cx="2370489" cy="720000"/>
      </dsp:txXfrm>
    </dsp:sp>
    <dsp:sp modelId="{E94DD206-956B-4137-A80D-848473948BF5}">
      <dsp:nvSpPr>
        <dsp:cNvPr id="0" name=""/>
        <dsp:cNvSpPr/>
      </dsp:nvSpPr>
      <dsp:spPr>
        <a:xfrm>
          <a:off x="9108541" y="1045320"/>
          <a:ext cx="1066720" cy="106672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F80A29-8993-4926-AE35-AB21B51F9ADF}">
      <dsp:nvSpPr>
        <dsp:cNvPr id="0" name=""/>
        <dsp:cNvSpPr/>
      </dsp:nvSpPr>
      <dsp:spPr>
        <a:xfrm>
          <a:off x="8456657" y="2427484"/>
          <a:ext cx="2370489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b="1" kern="1200" dirty="0"/>
            <a:t>Collaborators/Co-Investigators </a:t>
          </a:r>
          <a:r>
            <a:rPr lang="en-US" sz="1700" kern="1200" dirty="0"/>
            <a:t>– Support team</a:t>
          </a:r>
        </a:p>
      </dsp:txBody>
      <dsp:txXfrm>
        <a:off x="8456657" y="2427484"/>
        <a:ext cx="2370489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B0D8213-CF6D-FE49-BC96-5E5FC7F81041}">
      <dsp:nvSpPr>
        <dsp:cNvPr id="0" name=""/>
        <dsp:cNvSpPr/>
      </dsp:nvSpPr>
      <dsp:spPr>
        <a:xfrm>
          <a:off x="0" y="706671"/>
          <a:ext cx="3073451" cy="195164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91F53D0-B919-2042-93B8-80EC033068FB}">
      <dsp:nvSpPr>
        <dsp:cNvPr id="0" name=""/>
        <dsp:cNvSpPr/>
      </dsp:nvSpPr>
      <dsp:spPr>
        <a:xfrm>
          <a:off x="341494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Budget</a:t>
          </a:r>
        </a:p>
      </dsp:txBody>
      <dsp:txXfrm>
        <a:off x="398656" y="1088253"/>
        <a:ext cx="2959127" cy="1837317"/>
      </dsp:txXfrm>
    </dsp:sp>
    <dsp:sp modelId="{4BDC8152-2E6E-A245-A369-D9BC0F56C972}">
      <dsp:nvSpPr>
        <dsp:cNvPr id="0" name=""/>
        <dsp:cNvSpPr/>
      </dsp:nvSpPr>
      <dsp:spPr>
        <a:xfrm>
          <a:off x="3756441" y="706671"/>
          <a:ext cx="3073451" cy="195164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48B99D0-7BF8-4E4C-8E45-9D2A9E0512E6}">
      <dsp:nvSpPr>
        <dsp:cNvPr id="0" name=""/>
        <dsp:cNvSpPr/>
      </dsp:nvSpPr>
      <dsp:spPr>
        <a:xfrm>
          <a:off x="4097935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/>
            <a:t>Candidate Information</a:t>
          </a:r>
        </a:p>
      </dsp:txBody>
      <dsp:txXfrm>
        <a:off x="4155097" y="1088253"/>
        <a:ext cx="2959127" cy="1837317"/>
      </dsp:txXfrm>
    </dsp:sp>
    <dsp:sp modelId="{4BF7621D-89C2-C742-9E0B-869BCA655D43}">
      <dsp:nvSpPr>
        <dsp:cNvPr id="0" name=""/>
        <dsp:cNvSpPr/>
      </dsp:nvSpPr>
      <dsp:spPr>
        <a:xfrm>
          <a:off x="7512882" y="706671"/>
          <a:ext cx="3073451" cy="1951641"/>
        </a:xfrm>
        <a:prstGeom prst="roundRect">
          <a:avLst>
            <a:gd name="adj" fmla="val 10000"/>
          </a:avLst>
        </a:prstGeom>
        <a:solidFill>
          <a:schemeClr val="dk2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D67FB8E-156C-D747-8A8E-6B8E284D373E}">
      <dsp:nvSpPr>
        <dsp:cNvPr id="0" name=""/>
        <dsp:cNvSpPr/>
      </dsp:nvSpPr>
      <dsp:spPr>
        <a:xfrm>
          <a:off x="7854377" y="1031091"/>
          <a:ext cx="3073451" cy="1951641"/>
        </a:xfrm>
        <a:prstGeom prst="roundRect">
          <a:avLst>
            <a:gd name="adj" fmla="val 10000"/>
          </a:avLst>
        </a:prstGeom>
        <a:solidFill>
          <a:schemeClr val="lt2">
            <a:alpha val="9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dk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210" tIns="156210" rIns="156210" bIns="156210" numCol="1" spcCol="1270" anchor="ctr" anchorCtr="0">
          <a:noAutofit/>
        </a:bodyPr>
        <a:lstStyle/>
        <a:p>
          <a:pPr marL="0" lvl="0" indent="0" algn="ctr" defTabSz="18224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100" kern="1200" dirty="0" err="1"/>
            <a:t>Biosketch</a:t>
          </a:r>
          <a:endParaRPr lang="en-US" sz="4100" kern="1200" dirty="0"/>
        </a:p>
      </dsp:txBody>
      <dsp:txXfrm>
        <a:off x="7911539" y="1088253"/>
        <a:ext cx="2959127" cy="1837317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3ED38F9-E76E-BF47-842F-DAE94D66A35C}">
      <dsp:nvSpPr>
        <dsp:cNvPr id="0" name=""/>
        <dsp:cNvSpPr/>
      </dsp:nvSpPr>
      <dsp:spPr>
        <a:xfrm>
          <a:off x="0" y="501934"/>
          <a:ext cx="6666833" cy="730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B7AB5D5-D003-E649-BA3E-E4EF29F51B8E}">
      <dsp:nvSpPr>
        <dsp:cNvPr id="0" name=""/>
        <dsp:cNvSpPr/>
      </dsp:nvSpPr>
      <dsp:spPr>
        <a:xfrm>
          <a:off x="333341" y="73894"/>
          <a:ext cx="4666783" cy="856080"/>
        </a:xfrm>
        <a:prstGeom prst="round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 dirty="0"/>
            <a:t>Fill out this </a:t>
          </a:r>
          <a:r>
            <a:rPr lang="en-US" sz="2900" kern="1200" dirty="0">
              <a:hlinkClick xmlns:r="http://schemas.openxmlformats.org/officeDocument/2006/relationships" r:id="rId1"/>
            </a:rPr>
            <a:t>worksheet</a:t>
          </a:r>
          <a:endParaRPr lang="en-US" sz="2900" kern="1200" dirty="0"/>
        </a:p>
      </dsp:txBody>
      <dsp:txXfrm>
        <a:off x="375131" y="115684"/>
        <a:ext cx="4583203" cy="772500"/>
      </dsp:txXfrm>
    </dsp:sp>
    <dsp:sp modelId="{44DEC95C-27A9-C646-9641-B4E02B54B550}">
      <dsp:nvSpPr>
        <dsp:cNvPr id="0" name=""/>
        <dsp:cNvSpPr/>
      </dsp:nvSpPr>
      <dsp:spPr>
        <a:xfrm>
          <a:off x="0" y="1817374"/>
          <a:ext cx="6666833" cy="356265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2">
              <a:hueOff val="6443612"/>
              <a:satOff val="-18493"/>
              <a:lumOff val="-29609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17420" tIns="604012" rIns="517420" bIns="206248" numCol="1" spcCol="1270" anchor="t" anchorCtr="0">
          <a:noAutofit/>
        </a:bodyPr>
        <a:lstStyle/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b="0" i="0" kern="1200" dirty="0"/>
            <a:t>For F31: Use the predoctoral stipend rate (currently $28,788).</a:t>
          </a:r>
          <a:endParaRPr lang="en-US" sz="2900" kern="1200" dirty="0"/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Font typeface="Arial" panose="020B0604020202020204" pitchFamily="34" charset="0"/>
            <a:buChar char="•"/>
          </a:pPr>
          <a:r>
            <a:rPr lang="en-US" sz="2900" b="0" i="0" kern="1200" dirty="0"/>
            <a:t>For F32: Varies</a:t>
          </a:r>
          <a:r>
            <a:rPr lang="en-US" sz="2900" b="0" i="0" kern="1200" dirty="0">
              <a:hlinkClick xmlns:r="http://schemas.openxmlformats.org/officeDocument/2006/relationships" r:id="rId2"/>
            </a:rPr>
            <a:t>NOT-OD-25-105</a:t>
          </a:r>
          <a:r>
            <a:rPr lang="en-US" sz="2900" b="0" i="0" kern="1200" dirty="0"/>
            <a:t>).</a:t>
          </a: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 dirty="0"/>
            <a:t>Tuition and Fees</a:t>
          </a: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 dirty="0"/>
            <a:t>Institutional Allowance</a:t>
          </a:r>
        </a:p>
        <a:p>
          <a:pPr marL="285750" lvl="1" indent="-285750" algn="l" defTabSz="12890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2900" kern="1200"/>
            <a:t>Childcare Allowance</a:t>
          </a:r>
        </a:p>
      </dsp:txBody>
      <dsp:txXfrm>
        <a:off x="0" y="1817374"/>
        <a:ext cx="6666833" cy="3562650"/>
      </dsp:txXfrm>
    </dsp:sp>
    <dsp:sp modelId="{E95B209E-A301-FF47-A41B-3345688B63D1}">
      <dsp:nvSpPr>
        <dsp:cNvPr id="0" name=""/>
        <dsp:cNvSpPr/>
      </dsp:nvSpPr>
      <dsp:spPr>
        <a:xfrm>
          <a:off x="333341" y="1389334"/>
          <a:ext cx="4666783" cy="856080"/>
        </a:xfrm>
        <a:prstGeom prst="roundRect">
          <a:avLst/>
        </a:prstGeom>
        <a:gradFill rotWithShape="0">
          <a:gsLst>
            <a:gs pos="0">
              <a:schemeClr val="accent2">
                <a:hueOff val="6443612"/>
                <a:satOff val="-18493"/>
                <a:lumOff val="-29609"/>
                <a:alphaOff val="0"/>
                <a:satMod val="103000"/>
                <a:lumMod val="102000"/>
                <a:tint val="94000"/>
              </a:schemeClr>
            </a:gs>
            <a:gs pos="50000">
              <a:schemeClr val="accent2">
                <a:hueOff val="6443612"/>
                <a:satOff val="-18493"/>
                <a:lumOff val="-29609"/>
                <a:alphaOff val="0"/>
                <a:satMod val="110000"/>
                <a:lumMod val="100000"/>
                <a:shade val="100000"/>
              </a:schemeClr>
            </a:gs>
            <a:gs pos="100000">
              <a:schemeClr val="accent2">
                <a:hueOff val="6443612"/>
                <a:satOff val="-18493"/>
                <a:lumOff val="-29609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/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176393" tIns="0" rIns="176393" bIns="0" numCol="1" spcCol="1270" anchor="ctr" anchorCtr="0">
          <a:noAutofit/>
        </a:bodyPr>
        <a:lstStyle/>
        <a:p>
          <a:pPr marL="0" lvl="0" indent="0" algn="l" defTabSz="12890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900" kern="1200"/>
            <a:t>Allowable items include</a:t>
          </a:r>
        </a:p>
      </dsp:txBody>
      <dsp:txXfrm>
        <a:off x="375131" y="1431124"/>
        <a:ext cx="4583203" cy="7725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6016B0-8E7A-643F-E4DB-7357185A92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E15381-4473-ECCB-6E04-DE563A98F7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66566F-F3C5-21F1-0A8E-85A6306E7B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5E81-E12D-C048-A372-A160708B6731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E45655-6151-4D43-CF2D-B3CA5AEB03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C9E816-414D-323C-1750-510E2120E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A0914-F715-344A-8026-69F60B6C3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63547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BE7112-D344-73B4-A339-2FB02B5C1F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2C73E8-9BA0-B361-620F-4998F2371B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35801E-0E14-FFB1-CDE1-D4E24F06D9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5E81-E12D-C048-A372-A160708B6731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CEB65B-37C3-C5DE-E14B-22921309CF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8E8BCA-2F23-ABD0-8BD3-3E0C02ABE9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A0914-F715-344A-8026-69F60B6C3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568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620618-29AC-4B20-84DF-9EB5887348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19E4DE-1799-933C-54D3-0ADF60C2A0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F64B8D-DEC6-B019-39E6-FA6E10222B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5E81-E12D-C048-A372-A160708B6731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02F664-B86F-833C-24BE-23EBF0C1CD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37B406-0F44-A3F3-1A24-7EE16147C3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A0914-F715-344A-8026-69F60B6C3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06775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E6E2CE-8409-C47D-D011-62B31514A2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33DAD9-E418-D706-E43E-EF5B3C8D0C6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FBF4E0-3B5D-6D98-FB31-57A9B29F88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6F7C37B-7815-4621-A70B-F2EC357B37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5E81-E12D-C048-A372-A160708B6731}" type="datetimeFigureOut">
              <a:rPr lang="en-US" smtClean="0"/>
              <a:t>5/13/26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14C096-3106-1298-C1D0-4E308F16C3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81B20F-75C1-652B-9736-4A468F445D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A0914-F715-344A-8026-69F60B6C3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0570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001D1-6063-CB15-6971-916A2FA56F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824831-0379-53A4-2BC0-2DE8A3F8353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88FF31-B01E-083C-32B2-B67AE8D0927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DED3E61-68DB-5310-E990-F29D5894B13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D9D7ACB-F4B4-D92C-B689-90F47BF3074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6BBF6A7-78C2-1B4A-8A5C-5C5C7B5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5E81-E12D-C048-A372-A160708B6731}" type="datetimeFigureOut">
              <a:rPr lang="en-US" smtClean="0"/>
              <a:t>5/13/26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0AFF1A-5FC6-2FA5-ECEA-E05702E0DA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9C8956C-3EC7-AF65-638B-43CCE89483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A0914-F715-344A-8026-69F60B6C3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1125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EE1808-AB32-70F2-99EE-3365E15703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47AC1EC-CDCB-32CF-B57C-080487403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5E81-E12D-C048-A372-A160708B6731}" type="datetimeFigureOut">
              <a:rPr lang="en-US" smtClean="0"/>
              <a:t>5/13/26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8EF5A19-D453-6E1C-4A5C-FB1BDCC44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0E4FA3-F912-28B7-A515-C0DD44DFA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A0914-F715-344A-8026-69F60B6C3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54937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420C1A9-310F-F385-26EB-01CBD293D55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5E81-E12D-C048-A372-A160708B6731}" type="datetimeFigureOut">
              <a:rPr lang="en-US" smtClean="0"/>
              <a:t>5/13/26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E2423D5-8F76-5934-595B-D6D24EE8F6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285DD9-541A-13B1-779C-C0F314D52A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A0914-F715-344A-8026-69F60B6C3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21842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A29CB2-7DA1-957A-1118-A4D3F586FE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DFD46B-6F93-23BD-E2E5-F37B841A1D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0655D8-BC65-9D14-D26A-BC3010CD5D6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197BB0-AF1B-CB1F-8347-B2429C1B5E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5E81-E12D-C048-A372-A160708B6731}" type="datetimeFigureOut">
              <a:rPr lang="en-US" smtClean="0"/>
              <a:t>5/13/26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4D0B80-3CFF-811C-D7C5-39B9ADCD1F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B43499-9817-7DE2-0959-0DEFD0CBF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A0914-F715-344A-8026-69F60B6C3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733382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DD088-C45A-13D3-4EFE-5D3BC101F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1CBE077-C33E-74AB-09F3-5161F50BA54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218C81-CCBD-1079-FC1C-2E63BC37ADB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4838E34-DBDA-1FF8-6C1A-82284682E2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5E81-E12D-C048-A372-A160708B6731}" type="datetimeFigureOut">
              <a:rPr lang="en-US" smtClean="0"/>
              <a:t>5/13/26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592ADC5-958C-45FF-6AFC-AFDA1AECC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49079C7-CB79-E904-620A-473AD9AF90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A0914-F715-344A-8026-69F60B6C3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46762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C2C6311-35AF-1287-E86A-FA9EE10AFE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79357AB-84B0-3E38-0F11-18E12DBA93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2C580A2-893E-430C-FA5A-0BDEF30EB9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5E81-E12D-C048-A372-A160708B6731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FC64B9-168E-EAC4-1EE7-4B6B8F1E9F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416CE8-AB68-A793-2EBC-62551BB6D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A0914-F715-344A-8026-69F60B6C3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8884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25EEFC1-E2EA-D4A2-AF30-5CAAB050314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CE9F3A4-892F-2CFF-1738-7167308687D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C76233-1464-C223-201B-76CFCC5FE2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0D5E81-E12D-C048-A372-A160708B6731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69DD9E6-AC9E-ABBD-C798-47BFE0FE86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4B18A7-ACA1-8FFC-06A3-B6F6F74CE9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6BA0914-F715-344A-8026-69F60B6C3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1384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8134EA-E10F-9652-007D-61FC56FE5E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AA5873D-D955-2499-59D6-AA45CD2E7D9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6A1377-A2FF-D48E-662B-A357A1D2782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0D5E81-E12D-C048-A372-A160708B6731}" type="datetimeFigureOut">
              <a:rPr lang="en-US" smtClean="0"/>
              <a:t>5/13/26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75D10E-7F25-7CDB-0A9D-4C6AB3E13B0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79D64C-2FE4-16D4-2FD3-3B58290CFF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6BA0914-F715-344A-8026-69F60B6C344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421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bridgeslab.github.io/FellowshipWorkshopDocuments/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bridgeslab.github.io/FellowshipWorkshopDocuments/Sponsor_Statement.html" TargetMode="External"/><Relationship Id="rId3" Type="http://schemas.openxmlformats.org/officeDocument/2006/relationships/hyperlink" Target="https://bridgeslab.github.io/FellowshipWorkshopDocuments/Candidate.html" TargetMode="External"/><Relationship Id="rId7" Type="http://schemas.openxmlformats.org/officeDocument/2006/relationships/hyperlink" Target="https://bridgeslab.github.io/FellowshipWorkshopDocuments/Supporting_Documents.html#training-in-responsible-conduct-of-research" TargetMode="External"/><Relationship Id="rId2" Type="http://schemas.openxmlformats.org/officeDocument/2006/relationships/hyperlink" Target="https://bridgeslab.github.io/FellowshipWorkshopDocuments/Aims.html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bridgeslab.github.io/FellowshipWorkshopDocuments/Budget.html" TargetMode="External"/><Relationship Id="rId11" Type="http://schemas.openxmlformats.org/officeDocument/2006/relationships/hyperlink" Target="https://bridgeslab.github.io/FellowshipWorkshopDocuments/Candidate.html#your-biosketch" TargetMode="External"/><Relationship Id="rId5" Type="http://schemas.openxmlformats.org/officeDocument/2006/relationships/hyperlink" Target="https://bridgeslab.github.io/FellowshipWorkshopDocuments/Research_Strategy.html" TargetMode="External"/><Relationship Id="rId10" Type="http://schemas.openxmlformats.org/officeDocument/2006/relationships/hyperlink" Target="https://bridgeslab.github.io/FellowshipWorkshopDocuments/Supporting_Documents.html#facilities-and-environment" TargetMode="External"/><Relationship Id="rId4" Type="http://schemas.openxmlformats.org/officeDocument/2006/relationships/hyperlink" Target="https://bridgeslab.github.io/FellowshipWorkshopDocuments/Training_Plan.html" TargetMode="External"/><Relationship Id="rId9" Type="http://schemas.openxmlformats.org/officeDocument/2006/relationships/hyperlink" Target="https://bridgeslab.github.io/FellowshipWorkshopDocuments/Supporting_Documents.html#letters-of-support" TargetMode="Externa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hyperlink" Target="https://bridgeslab.github.io/FellowshipWorkshopDocuments/Review_Criteria_NRSA.html" TargetMode="Externa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bridgeslab.github.io/FellowshipWorkshopDocuments/Documents/Candidate_Worksheet.docx" TargetMode="Externa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BridgesLab/FellowshipWorkshopDocuments/raw/refs/heads/main/Documents/Candidate_Worksheet.docx" TargetMode="External"/><Relationship Id="rId2" Type="http://schemas.openxmlformats.org/officeDocument/2006/relationships/hyperlink" Target="https://github.com/BridgesLab/FellowshipWorkshopDocuments/raw/refs/heads/main/Documents/Planning_Worksheet.docx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dropbox.com/scl/fo/ynlvl5jetkeaglzo9z6hg/AMKggT7zo_i6gIC0k3yzYDk?rlkey=gwrzvvgnrsdgi20qb8zz10ppc&amp;st=wl66128r&amp;dl=0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762F5-E5EB-9904-0370-C3B3EBFAEA6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Fellowship Workshop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F584A0-6EF3-3FDD-B1D9-299F31150BB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Materials at </a:t>
            </a:r>
            <a:r>
              <a:rPr lang="en-US" dirty="0">
                <a:hlinkClick r:id="rId2"/>
              </a:rPr>
              <a:t>https://</a:t>
            </a:r>
            <a:r>
              <a:rPr lang="en-US" dirty="0" err="1">
                <a:hlinkClick r:id="rId2"/>
              </a:rPr>
              <a:t>bridgeslab.github.io</a:t>
            </a:r>
            <a:r>
              <a:rPr lang="en-US" dirty="0">
                <a:hlinkClick r:id="rId2"/>
              </a:rPr>
              <a:t>/</a:t>
            </a:r>
            <a:r>
              <a:rPr lang="en-US" dirty="0" err="1">
                <a:hlinkClick r:id="rId2"/>
              </a:rPr>
              <a:t>FellowshipWorkshopDocuments</a:t>
            </a:r>
            <a:r>
              <a:rPr lang="en-US" dirty="0">
                <a:hlinkClick r:id="rId2"/>
              </a:rPr>
              <a:t>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99029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78BDE-00C1-B72A-1638-93D40F94A0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Goals and Expectations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F1E4DC2-8931-FC91-F212-CA54B8B256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Help organize/support writing of competitive F31 applications</a:t>
            </a:r>
          </a:p>
          <a:p>
            <a:pPr lvl="1"/>
            <a:r>
              <a:rPr lang="en-US" dirty="0"/>
              <a:t>Next deadline is August 15 (to NIH)</a:t>
            </a:r>
          </a:p>
          <a:p>
            <a:endParaRPr lang="en-US" dirty="0"/>
          </a:p>
          <a:p>
            <a:r>
              <a:rPr lang="en-US" dirty="0"/>
              <a:t>Peer review each other’s documents, learn from each other’s writing</a:t>
            </a:r>
          </a:p>
          <a:p>
            <a:endParaRPr lang="en-US" dirty="0"/>
          </a:p>
          <a:p>
            <a:r>
              <a:rPr lang="en-US" dirty="0"/>
              <a:t>Do homework, contribute to discussions, be honest with and receptive to feedback</a:t>
            </a:r>
          </a:p>
        </p:txBody>
      </p:sp>
    </p:spTree>
    <p:extLst>
      <p:ext uri="{BB962C8B-B14F-4D97-AF65-F5344CB8AC3E}">
        <p14:creationId xmlns:p14="http://schemas.microsoft.com/office/powerpoint/2010/main" val="37701616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93B065A-1A61-6FEE-18D8-65D10F11A3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Fellowships and Training Programs (NIH)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441BCF6-5BDF-0F8C-40CA-49BDA7074A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316" y="799086"/>
            <a:ext cx="6780700" cy="5257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37184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Down Arrow 7">
            <a:extLst>
              <a:ext uri="{FF2B5EF4-FFF2-40B4-BE49-F238E27FC236}">
                <a16:creationId xmlns:a16="http://schemas.microsoft.com/office/drawing/2014/main" id="{D4771268-CB57-404A-9271-370EB28F609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800100" y="1491343"/>
            <a:ext cx="3333749" cy="3499103"/>
          </a:xfrm>
          <a:prstGeom prst="downArrow">
            <a:avLst>
              <a:gd name="adj1" fmla="val 100000"/>
              <a:gd name="adj2" fmla="val 15788"/>
            </a:avLst>
          </a:prstGeom>
          <a:solidFill>
            <a:srgbClr val="404040"/>
          </a:solidFill>
          <a:ln w="539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5FE8881-86EB-30EE-8DDA-88348E52CD2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8700" y="1967266"/>
            <a:ext cx="2628900" cy="2547257"/>
          </a:xfrm>
          <a:noFill/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36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Other NIH Fellowship Programs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60158B7-D455-E8AD-8F9F-B61A396819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5582519" y="643466"/>
            <a:ext cx="5170294" cy="55687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142067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19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334C4E4-0333-8039-5BBB-9688C23D40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Award Eligibility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70E35B8A-8491-8E97-3A9E-EF94896EE62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46597774"/>
              </p:ext>
            </p:extLst>
          </p:nvPr>
        </p:nvGraphicFramePr>
        <p:xfrm>
          <a:off x="644056" y="2263271"/>
          <a:ext cx="10927831" cy="38914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5745">
                  <a:extLst>
                    <a:ext uri="{9D8B030D-6E8A-4147-A177-3AD203B41FA5}">
                      <a16:colId xmlns:a16="http://schemas.microsoft.com/office/drawing/2014/main" val="1358671808"/>
                    </a:ext>
                  </a:extLst>
                </a:gridCol>
                <a:gridCol w="4793918">
                  <a:extLst>
                    <a:ext uri="{9D8B030D-6E8A-4147-A177-3AD203B41FA5}">
                      <a16:colId xmlns:a16="http://schemas.microsoft.com/office/drawing/2014/main" val="665766156"/>
                    </a:ext>
                  </a:extLst>
                </a:gridCol>
                <a:gridCol w="4378168">
                  <a:extLst>
                    <a:ext uri="{9D8B030D-6E8A-4147-A177-3AD203B41FA5}">
                      <a16:colId xmlns:a16="http://schemas.microsoft.com/office/drawing/2014/main" val="3654621585"/>
                    </a:ext>
                  </a:extLst>
                </a:gridCol>
              </a:tblGrid>
              <a:tr h="506576">
                <a:tc>
                  <a:txBody>
                    <a:bodyPr/>
                    <a:lstStyle/>
                    <a:p>
                      <a:r>
                        <a:rPr lang="en-US" sz="2300"/>
                        <a:t>Fellowship</a:t>
                      </a:r>
                    </a:p>
                  </a:txBody>
                  <a:tcPr marL="115131" marR="115131" marT="57565" marB="57565"/>
                </a:tc>
                <a:tc>
                  <a:txBody>
                    <a:bodyPr/>
                    <a:lstStyle/>
                    <a:p>
                      <a:r>
                        <a:rPr lang="en-US" sz="2300"/>
                        <a:t>Citizenship</a:t>
                      </a:r>
                    </a:p>
                  </a:txBody>
                  <a:tcPr marL="115131" marR="115131" marT="57565" marB="57565"/>
                </a:tc>
                <a:tc>
                  <a:txBody>
                    <a:bodyPr/>
                    <a:lstStyle/>
                    <a:p>
                      <a:r>
                        <a:rPr lang="en-US" sz="2300"/>
                        <a:t>Stage</a:t>
                      </a:r>
                    </a:p>
                  </a:txBody>
                  <a:tcPr marL="115131" marR="115131" marT="57565" marB="57565"/>
                </a:tc>
                <a:extLst>
                  <a:ext uri="{0D108BD9-81ED-4DB2-BD59-A6C34878D82A}">
                    <a16:rowId xmlns:a16="http://schemas.microsoft.com/office/drawing/2014/main" val="1140608426"/>
                  </a:ext>
                </a:extLst>
              </a:tr>
              <a:tr h="851968">
                <a:tc>
                  <a:txBody>
                    <a:bodyPr/>
                    <a:lstStyle/>
                    <a:p>
                      <a:r>
                        <a:rPr lang="en-US" sz="2300"/>
                        <a:t>F31</a:t>
                      </a:r>
                    </a:p>
                  </a:txBody>
                  <a:tcPr marL="115131" marR="115131" marT="57565" marB="57565"/>
                </a:tc>
                <a:tc>
                  <a:txBody>
                    <a:bodyPr/>
                    <a:lstStyle/>
                    <a:p>
                      <a:r>
                        <a:rPr lang="en-US" sz="2300"/>
                        <a:t>US Citizen or Permanent Resident</a:t>
                      </a:r>
                    </a:p>
                  </a:txBody>
                  <a:tcPr marL="115131" marR="115131" marT="57565" marB="57565"/>
                </a:tc>
                <a:tc>
                  <a:txBody>
                    <a:bodyPr/>
                    <a:lstStyle/>
                    <a:p>
                      <a:r>
                        <a:rPr lang="en-US" sz="2300"/>
                        <a:t>PhD Program, Candidate when awarded</a:t>
                      </a:r>
                    </a:p>
                  </a:txBody>
                  <a:tcPr marL="115131" marR="115131" marT="57565" marB="57565"/>
                </a:tc>
                <a:extLst>
                  <a:ext uri="{0D108BD9-81ED-4DB2-BD59-A6C34878D82A}">
                    <a16:rowId xmlns:a16="http://schemas.microsoft.com/office/drawing/2014/main" val="180970921"/>
                  </a:ext>
                </a:extLst>
              </a:tr>
              <a:tr h="506576">
                <a:tc>
                  <a:txBody>
                    <a:bodyPr/>
                    <a:lstStyle/>
                    <a:p>
                      <a:r>
                        <a:rPr lang="en-US" sz="2300"/>
                        <a:t>F32</a:t>
                      </a:r>
                    </a:p>
                  </a:txBody>
                  <a:tcPr marL="115131" marR="115131" marT="57565" marB="5756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300"/>
                        <a:t>US Citizen or Permanent Resident</a:t>
                      </a:r>
                    </a:p>
                  </a:txBody>
                  <a:tcPr marL="115131" marR="115131" marT="57565" marB="57565"/>
                </a:tc>
                <a:tc>
                  <a:txBody>
                    <a:bodyPr/>
                    <a:lstStyle/>
                    <a:p>
                      <a:r>
                        <a:rPr lang="en-US" sz="2300"/>
                        <a:t>Postdoc (PhD when awarded)</a:t>
                      </a:r>
                    </a:p>
                  </a:txBody>
                  <a:tcPr marL="115131" marR="115131" marT="57565" marB="57565"/>
                </a:tc>
                <a:extLst>
                  <a:ext uri="{0D108BD9-81ED-4DB2-BD59-A6C34878D82A}">
                    <a16:rowId xmlns:a16="http://schemas.microsoft.com/office/drawing/2014/main" val="2374620046"/>
                  </a:ext>
                </a:extLst>
              </a:tr>
              <a:tr h="506576">
                <a:tc>
                  <a:txBody>
                    <a:bodyPr/>
                    <a:lstStyle/>
                    <a:p>
                      <a:r>
                        <a:rPr lang="en-US" sz="2300"/>
                        <a:t>K01</a:t>
                      </a:r>
                    </a:p>
                  </a:txBody>
                  <a:tcPr marL="115131" marR="115131" marT="57565" marB="5756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300"/>
                        <a:t>US Citizen or Permanent Resident</a:t>
                      </a:r>
                    </a:p>
                  </a:txBody>
                  <a:tcPr marL="115131" marR="115131" marT="57565" marB="57565"/>
                </a:tc>
                <a:tc>
                  <a:txBody>
                    <a:bodyPr/>
                    <a:lstStyle/>
                    <a:p>
                      <a:r>
                        <a:rPr lang="en-US" sz="2300"/>
                        <a:t>Postdoc (2-6 years)</a:t>
                      </a:r>
                    </a:p>
                  </a:txBody>
                  <a:tcPr marL="115131" marR="115131" marT="57565" marB="57565"/>
                </a:tc>
                <a:extLst>
                  <a:ext uri="{0D108BD9-81ED-4DB2-BD59-A6C34878D82A}">
                    <a16:rowId xmlns:a16="http://schemas.microsoft.com/office/drawing/2014/main" val="2986451647"/>
                  </a:ext>
                </a:extLst>
              </a:tr>
              <a:tr h="506576">
                <a:tc>
                  <a:txBody>
                    <a:bodyPr/>
                    <a:lstStyle/>
                    <a:p>
                      <a:r>
                        <a:rPr lang="en-US" sz="2300"/>
                        <a:t>K08</a:t>
                      </a:r>
                    </a:p>
                  </a:txBody>
                  <a:tcPr marL="115131" marR="115131" marT="57565" marB="5756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300"/>
                        <a:t>US Citizen or Permanent Resident</a:t>
                      </a:r>
                    </a:p>
                  </a:txBody>
                  <a:tcPr marL="115131" marR="115131" marT="57565" marB="57565"/>
                </a:tc>
                <a:tc>
                  <a:txBody>
                    <a:bodyPr/>
                    <a:lstStyle/>
                    <a:p>
                      <a:r>
                        <a:rPr lang="en-US" sz="2300"/>
                        <a:t>Clinical Postdoc (2-6 years)</a:t>
                      </a:r>
                    </a:p>
                  </a:txBody>
                  <a:tcPr marL="115131" marR="115131" marT="57565" marB="57565"/>
                </a:tc>
                <a:extLst>
                  <a:ext uri="{0D108BD9-81ED-4DB2-BD59-A6C34878D82A}">
                    <a16:rowId xmlns:a16="http://schemas.microsoft.com/office/drawing/2014/main" val="2842476760"/>
                  </a:ext>
                </a:extLst>
              </a:tr>
              <a:tr h="506576">
                <a:tc>
                  <a:txBody>
                    <a:bodyPr/>
                    <a:lstStyle/>
                    <a:p>
                      <a:r>
                        <a:rPr lang="en-US" sz="2300"/>
                        <a:t>K23</a:t>
                      </a:r>
                    </a:p>
                  </a:txBody>
                  <a:tcPr marL="115131" marR="115131" marT="57565" marB="57565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300"/>
                        <a:t>US Citizen or Permanent Resident</a:t>
                      </a:r>
                    </a:p>
                  </a:txBody>
                  <a:tcPr marL="115131" marR="115131" marT="57565" marB="57565"/>
                </a:tc>
                <a:tc>
                  <a:txBody>
                    <a:bodyPr/>
                    <a:lstStyle/>
                    <a:p>
                      <a:r>
                        <a:rPr lang="en-US" sz="2300"/>
                        <a:t>Clinical Postdoc (2-6 years)</a:t>
                      </a:r>
                    </a:p>
                  </a:txBody>
                  <a:tcPr marL="115131" marR="115131" marT="57565" marB="57565"/>
                </a:tc>
                <a:extLst>
                  <a:ext uri="{0D108BD9-81ED-4DB2-BD59-A6C34878D82A}">
                    <a16:rowId xmlns:a16="http://schemas.microsoft.com/office/drawing/2014/main" val="3474684673"/>
                  </a:ext>
                </a:extLst>
              </a:tr>
              <a:tr h="506576">
                <a:tc>
                  <a:txBody>
                    <a:bodyPr/>
                    <a:lstStyle/>
                    <a:p>
                      <a:r>
                        <a:rPr lang="en-US" sz="2300"/>
                        <a:t>K99</a:t>
                      </a:r>
                    </a:p>
                  </a:txBody>
                  <a:tcPr marL="115131" marR="115131" marT="57565" marB="57565"/>
                </a:tc>
                <a:tc>
                  <a:txBody>
                    <a:bodyPr/>
                    <a:lstStyle/>
                    <a:p>
                      <a:r>
                        <a:rPr lang="en-US" sz="2300"/>
                        <a:t>Any</a:t>
                      </a:r>
                    </a:p>
                  </a:txBody>
                  <a:tcPr marL="115131" marR="115131" marT="57565" marB="57565"/>
                </a:tc>
                <a:tc>
                  <a:txBody>
                    <a:bodyPr/>
                    <a:lstStyle/>
                    <a:p>
                      <a:r>
                        <a:rPr lang="en-US" sz="2300"/>
                        <a:t>Postdoc (1-4 years)</a:t>
                      </a:r>
                    </a:p>
                  </a:txBody>
                  <a:tcPr marL="115131" marR="115131" marT="57565" marB="57565"/>
                </a:tc>
                <a:extLst>
                  <a:ext uri="{0D108BD9-81ED-4DB2-BD59-A6C34878D82A}">
                    <a16:rowId xmlns:a16="http://schemas.microsoft.com/office/drawing/2014/main" val="189460789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196499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6FEA172-0C55-F281-B375-2742A0B1B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Some terms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26967F0-3F93-4F37-58C8-FDA298AA37E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81567303"/>
              </p:ext>
            </p:extLst>
          </p:nvPr>
        </p:nvGraphicFramePr>
        <p:xfrm>
          <a:off x="644056" y="2112579"/>
          <a:ext cx="10927829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40994567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8128857" y="0"/>
            <a:ext cx="4063143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307777" y="-5307778"/>
            <a:ext cx="1576446" cy="12192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916AF65-6375-1EE1-8828-00CCF32CEE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7" y="348865"/>
            <a:ext cx="10044023" cy="877729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What are we working on</a:t>
            </a: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835D64F5-64BE-66BC-28EE-6CD7E3AC1BE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55922527"/>
              </p:ext>
            </p:extLst>
          </p:nvPr>
        </p:nvGraphicFramePr>
        <p:xfrm>
          <a:off x="588433" y="1219647"/>
          <a:ext cx="11015133" cy="55194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71711">
                  <a:extLst>
                    <a:ext uri="{9D8B030D-6E8A-4147-A177-3AD203B41FA5}">
                      <a16:colId xmlns:a16="http://schemas.microsoft.com/office/drawing/2014/main" val="2071258683"/>
                    </a:ext>
                  </a:extLst>
                </a:gridCol>
                <a:gridCol w="3671711">
                  <a:extLst>
                    <a:ext uri="{9D8B030D-6E8A-4147-A177-3AD203B41FA5}">
                      <a16:colId xmlns:a16="http://schemas.microsoft.com/office/drawing/2014/main" val="1550278192"/>
                    </a:ext>
                  </a:extLst>
                </a:gridCol>
                <a:gridCol w="3671711">
                  <a:extLst>
                    <a:ext uri="{9D8B030D-6E8A-4147-A177-3AD203B41FA5}">
                      <a16:colId xmlns:a16="http://schemas.microsoft.com/office/drawing/2014/main" val="1802827859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 dirty="0">
                          <a:effectLst/>
                        </a:rPr>
                        <a:t>Section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effectLst/>
                        </a:rPr>
                        <a:t>Length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b="1">
                          <a:effectLst/>
                        </a:rPr>
                        <a:t>Notes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1603999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u="none" strike="noStrike">
                          <a:solidFill>
                            <a:srgbClr val="0366D6"/>
                          </a:solidFill>
                          <a:effectLst/>
                          <a:hlinkClick r:id="rId2"/>
                        </a:rPr>
                        <a:t>Project Summary/Abstract</a:t>
                      </a:r>
                      <a:endParaRPr lang="en-US" sz="1200">
                        <a:effectLst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30 lines of text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308877851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u="none" strike="noStrike">
                          <a:solidFill>
                            <a:srgbClr val="0366D6"/>
                          </a:solidFill>
                          <a:effectLst/>
                          <a:hlinkClick r:id="rId2"/>
                        </a:rPr>
                        <a:t>Project Narrative</a:t>
                      </a:r>
                      <a:endParaRPr lang="en-US" sz="1200">
                        <a:effectLst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Three sentences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3056206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Introduction to Resubmission or Revision Application (when applicable)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1 page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Only if revising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177978521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u="none" strike="noStrike">
                          <a:solidFill>
                            <a:srgbClr val="0366D6"/>
                          </a:solidFill>
                          <a:effectLst/>
                          <a:hlinkClick r:id="rId3"/>
                        </a:rPr>
                        <a:t>Candidate’s Goals, Preparedness, and Potential</a:t>
                      </a:r>
                      <a:endParaRPr lang="en-US" sz="1200">
                        <a:effectLst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3 pages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35254528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u="none" strike="noStrike">
                          <a:solidFill>
                            <a:srgbClr val="0366D6"/>
                          </a:solidFill>
                          <a:effectLst/>
                          <a:hlinkClick r:id="rId4"/>
                        </a:rPr>
                        <a:t>Training Activities and Timeline</a:t>
                      </a:r>
                      <a:endParaRPr lang="en-US" sz="1200">
                        <a:effectLst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3 pages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185060872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u="none" strike="noStrike">
                          <a:solidFill>
                            <a:srgbClr val="0366D6"/>
                          </a:solidFill>
                          <a:effectLst/>
                          <a:hlinkClick r:id="rId2"/>
                        </a:rPr>
                        <a:t>Research Training Project Specific Aims</a:t>
                      </a:r>
                      <a:endParaRPr lang="en-US" sz="1200">
                        <a:effectLst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1 page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104452114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u="none" strike="noStrike">
                          <a:solidFill>
                            <a:srgbClr val="0366D6"/>
                          </a:solidFill>
                          <a:effectLst/>
                          <a:hlinkClick r:id="rId5"/>
                        </a:rPr>
                        <a:t>Research Training Project Strategy</a:t>
                      </a:r>
                      <a:endParaRPr lang="en-US" sz="1200">
                        <a:effectLst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6 pages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8767601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u="none" strike="noStrike">
                          <a:solidFill>
                            <a:srgbClr val="0366D6"/>
                          </a:solidFill>
                          <a:effectLst/>
                          <a:hlinkClick r:id="rId6"/>
                        </a:rPr>
                        <a:t>Budget and Justification</a:t>
                      </a:r>
                      <a:endParaRPr lang="en-US" sz="1200">
                        <a:effectLst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no explicit limit, should be ~ 1 page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4745730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u="none" strike="noStrike">
                          <a:solidFill>
                            <a:srgbClr val="0366D6"/>
                          </a:solidFill>
                          <a:effectLst/>
                          <a:hlinkClick r:id="rId7"/>
                        </a:rPr>
                        <a:t>Training in the Responsible Conduct of Research</a:t>
                      </a:r>
                      <a:endParaRPr lang="en-US" sz="1200">
                        <a:effectLst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1 page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139776343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u="none" strike="noStrike">
                          <a:solidFill>
                            <a:srgbClr val="0366D6"/>
                          </a:solidFill>
                          <a:effectLst/>
                          <a:hlinkClick r:id="rId8"/>
                        </a:rPr>
                        <a:t>Sponsor(s) Commitment</a:t>
                      </a:r>
                      <a:endParaRPr lang="en-US" sz="1200">
                        <a:effectLst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6 pages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12217992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u="none" strike="noStrike">
                          <a:solidFill>
                            <a:srgbClr val="0366D6"/>
                          </a:solidFill>
                          <a:effectLst/>
                          <a:hlinkClick r:id="rId9"/>
                        </a:rPr>
                        <a:t>Letters of Support from Collaborators, Contributors, and Consultants</a:t>
                      </a:r>
                      <a:endParaRPr lang="en-US" sz="1200">
                        <a:effectLst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6 pages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9118373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u="none" strike="noStrike">
                          <a:solidFill>
                            <a:srgbClr val="0366D6"/>
                          </a:solidFill>
                          <a:effectLst/>
                          <a:hlinkClick r:id="rId10"/>
                        </a:rPr>
                        <a:t>Institutional Environment Description</a:t>
                      </a:r>
                      <a:endParaRPr lang="en-US" sz="1200">
                        <a:effectLst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2 pages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 </a:t>
                      </a: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13840177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u="none" strike="noStrike">
                          <a:solidFill>
                            <a:srgbClr val="0366D6"/>
                          </a:solidFill>
                          <a:effectLst/>
                          <a:hlinkClick r:id="rId11"/>
                        </a:rPr>
                        <a:t>Biographical Sketches</a:t>
                      </a:r>
                      <a:endParaRPr lang="en-US" sz="1200">
                        <a:effectLst/>
                      </a:endParaRP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>
                          <a:effectLst/>
                        </a:rPr>
                        <a:t>5 pages each</a:t>
                      </a:r>
                    </a:p>
                  </a:txBody>
                  <a:tcPr marL="123825" marR="123825" marT="57150" marB="57150"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200" dirty="0">
                          <a:effectLst/>
                        </a:rPr>
                        <a:t>Candidate and all key personnel; prepared via </a:t>
                      </a:r>
                      <a:r>
                        <a:rPr lang="en-US" sz="1200" dirty="0" err="1">
                          <a:effectLst/>
                        </a:rPr>
                        <a:t>SciENcv</a:t>
                      </a:r>
                      <a:endParaRPr lang="en-US" sz="1200" dirty="0">
                        <a:effectLst/>
                      </a:endParaRPr>
                    </a:p>
                  </a:txBody>
                  <a:tcPr marL="123825" marR="123825" marT="57150" marB="57150" anchor="ctr"/>
                </a:tc>
                <a:extLst>
                  <a:ext uri="{0D108BD9-81ED-4DB2-BD59-A6C34878D82A}">
                    <a16:rowId xmlns:a16="http://schemas.microsoft.com/office/drawing/2014/main" val="206598036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379940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lowchart: Document 29">
            <a:extLst>
              <a:ext uri="{FF2B5EF4-FFF2-40B4-BE49-F238E27FC236}">
                <a16:creationId xmlns:a16="http://schemas.microsoft.com/office/drawing/2014/main" id="{D12DDE76-C203-4047-9998-63900085B5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8175" y="0"/>
            <a:ext cx="3248025" cy="3400426"/>
          </a:xfrm>
          <a:prstGeom prst="flowChartDocument">
            <a:avLst/>
          </a:prstGeom>
          <a:solidFill>
            <a:srgbClr val="3B3E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AF93A3-6FAE-52AA-CF90-46FE373879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71162"/>
            <a:ext cx="2840182" cy="2371148"/>
          </a:xfrm>
          <a:prstGeom prst="ellipse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000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Timeline for Writing and Revising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53E08BCA-7568-FD0E-2636-60BF288368B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207933" y="1454838"/>
            <a:ext cx="7347537" cy="3949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859925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E914257E-1E2A-4AC7-89EC-1FB65C9C0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Freeform: Shape 24">
            <a:extLst>
              <a:ext uri="{FF2B5EF4-FFF2-40B4-BE49-F238E27FC236}">
                <a16:creationId xmlns:a16="http://schemas.microsoft.com/office/drawing/2014/main" id="{03E1C8F1-97F5-489C-8308-958F096572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"/>
            <a:ext cx="11269336" cy="2008639"/>
          </a:xfrm>
          <a:custGeom>
            <a:avLst/>
            <a:gdLst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174645 w 11269336"/>
              <a:gd name="connsiteY140" fmla="*/ 2088358 h 2323145"/>
              <a:gd name="connsiteX141" fmla="*/ 5092476 w 11269336"/>
              <a:gd name="connsiteY141" fmla="*/ 2100737 h 2323145"/>
              <a:gd name="connsiteX142" fmla="*/ 5060738 w 11269336"/>
              <a:gd name="connsiteY142" fmla="*/ 2083274 h 2323145"/>
              <a:gd name="connsiteX143" fmla="*/ 4860988 w 11269336"/>
              <a:gd name="connsiteY143" fmla="*/ 2135698 h 2323145"/>
              <a:gd name="connsiteX144" fmla="*/ 4807902 w 11269336"/>
              <a:gd name="connsiteY144" fmla="*/ 2138894 h 2323145"/>
              <a:gd name="connsiteX145" fmla="*/ 4765388 w 11269336"/>
              <a:gd name="connsiteY145" fmla="*/ 2162525 h 2323145"/>
              <a:gd name="connsiteX146" fmla="*/ 4745033 w 11269336"/>
              <a:gd name="connsiteY146" fmla="*/ 2158859 h 2323145"/>
              <a:gd name="connsiteX147" fmla="*/ 4741475 w 11269336"/>
              <a:gd name="connsiteY147" fmla="*/ 2157998 h 2323145"/>
              <a:gd name="connsiteX148" fmla="*/ 4728247 w 11269336"/>
              <a:gd name="connsiteY148" fmla="*/ 2159526 h 2323145"/>
              <a:gd name="connsiteX149" fmla="*/ 4723263 w 11269336"/>
              <a:gd name="connsiteY149" fmla="*/ 2153742 h 2323145"/>
              <a:gd name="connsiteX150" fmla="*/ 4702453 w 11269336"/>
              <a:gd name="connsiteY150" fmla="*/ 2151586 h 2323145"/>
              <a:gd name="connsiteX151" fmla="*/ 4678455 w 11269336"/>
              <a:gd name="connsiteY151" fmla="*/ 2156131 h 2323145"/>
              <a:gd name="connsiteX152" fmla="*/ 4593061 w 11269336"/>
              <a:gd name="connsiteY152" fmla="*/ 2171597 h 2323145"/>
              <a:gd name="connsiteX153" fmla="*/ 4579902 w 11269336"/>
              <a:gd name="connsiteY153" fmla="*/ 2177927 h 2323145"/>
              <a:gd name="connsiteX154" fmla="*/ 4533444 w 11269336"/>
              <a:gd name="connsiteY154" fmla="*/ 2181200 h 2323145"/>
              <a:gd name="connsiteX155" fmla="*/ 4492832 w 11269336"/>
              <a:gd name="connsiteY155" fmla="*/ 2188033 h 2323145"/>
              <a:gd name="connsiteX156" fmla="*/ 4467257 w 11269336"/>
              <a:gd name="connsiteY156" fmla="*/ 2196121 h 2323145"/>
              <a:gd name="connsiteX157" fmla="*/ 4459937 w 11269336"/>
              <a:gd name="connsiteY157" fmla="*/ 2195182 h 2323145"/>
              <a:gd name="connsiteX158" fmla="*/ 4433312 w 11269336"/>
              <a:gd name="connsiteY158" fmla="*/ 2199004 h 2323145"/>
              <a:gd name="connsiteX159" fmla="*/ 4420601 w 11269336"/>
              <a:gd name="connsiteY159" fmla="*/ 2205158 h 2323145"/>
              <a:gd name="connsiteX160" fmla="*/ 4405765 w 11269336"/>
              <a:gd name="connsiteY160" fmla="*/ 2199902 h 2323145"/>
              <a:gd name="connsiteX161" fmla="*/ 4401354 w 11269336"/>
              <a:gd name="connsiteY161" fmla="*/ 2194745 h 2323145"/>
              <a:gd name="connsiteX162" fmla="*/ 4383151 w 11269336"/>
              <a:gd name="connsiteY162" fmla="*/ 2201140 h 2323145"/>
              <a:gd name="connsiteX163" fmla="*/ 4366646 w 11269336"/>
              <a:gd name="connsiteY163" fmla="*/ 2198564 h 2323145"/>
              <a:gd name="connsiteX164" fmla="*/ 4354009 w 11269336"/>
              <a:gd name="connsiteY164" fmla="*/ 2204984 h 2323145"/>
              <a:gd name="connsiteX165" fmla="*/ 4348284 w 11269336"/>
              <a:gd name="connsiteY165" fmla="*/ 2205270 h 2323145"/>
              <a:gd name="connsiteX166" fmla="*/ 4333906 w 11269336"/>
              <a:gd name="connsiteY166" fmla="*/ 2205251 h 2323145"/>
              <a:gd name="connsiteX167" fmla="*/ 4308819 w 11269336"/>
              <a:gd name="connsiteY167" fmla="*/ 2203822 h 2323145"/>
              <a:gd name="connsiteX168" fmla="*/ 4301210 w 11269336"/>
              <a:gd name="connsiteY168" fmla="*/ 2204456 h 2323145"/>
              <a:gd name="connsiteX169" fmla="*/ 4283095 w 11269336"/>
              <a:gd name="connsiteY169" fmla="*/ 2198177 h 2323145"/>
              <a:gd name="connsiteX170" fmla="*/ 4250119 w 11269336"/>
              <a:gd name="connsiteY170" fmla="*/ 2196342 h 2323145"/>
              <a:gd name="connsiteX171" fmla="*/ 4189203 w 11269336"/>
              <a:gd name="connsiteY171" fmla="*/ 2178994 h 2323145"/>
              <a:gd name="connsiteX172" fmla="*/ 4154035 w 11269336"/>
              <a:gd name="connsiteY172" fmla="*/ 2171950 h 2323145"/>
              <a:gd name="connsiteX173" fmla="*/ 4129569 w 11269336"/>
              <a:gd name="connsiteY173" fmla="*/ 2163850 h 2323145"/>
              <a:gd name="connsiteX174" fmla="*/ 4061250 w 11269336"/>
              <a:gd name="connsiteY174" fmla="*/ 2159236 h 2323145"/>
              <a:gd name="connsiteX175" fmla="*/ 3945480 w 11269336"/>
              <a:gd name="connsiteY175" fmla="*/ 2158279 h 2323145"/>
              <a:gd name="connsiteX176" fmla="*/ 3921468 w 11269336"/>
              <a:gd name="connsiteY176" fmla="*/ 2156588 h 2323145"/>
              <a:gd name="connsiteX177" fmla="*/ 3903348 w 11269336"/>
              <a:gd name="connsiteY177" fmla="*/ 2149220 h 2323145"/>
              <a:gd name="connsiteX178" fmla="*/ 3901342 w 11269336"/>
              <a:gd name="connsiteY178" fmla="*/ 2142355 h 2323145"/>
              <a:gd name="connsiteX179" fmla="*/ 3888539 w 11269336"/>
              <a:gd name="connsiteY179" fmla="*/ 2140476 h 2323145"/>
              <a:gd name="connsiteX180" fmla="*/ 3885662 w 11269336"/>
              <a:gd name="connsiteY180" fmla="*/ 2138740 h 2323145"/>
              <a:gd name="connsiteX181" fmla="*/ 3868627 w 11269336"/>
              <a:gd name="connsiteY181" fmla="*/ 2130023 h 2323145"/>
              <a:gd name="connsiteX182" fmla="*/ 3819177 w 11269336"/>
              <a:gd name="connsiteY182" fmla="*/ 2142111 h 2323145"/>
              <a:gd name="connsiteX183" fmla="*/ 3769100 w 11269336"/>
              <a:gd name="connsiteY183" fmla="*/ 2131731 h 2323145"/>
              <a:gd name="connsiteX184" fmla="*/ 3562752 w 11269336"/>
              <a:gd name="connsiteY184" fmla="*/ 2131785 h 2323145"/>
              <a:gd name="connsiteX185" fmla="*/ 3541402 w 11269336"/>
              <a:gd name="connsiteY185" fmla="*/ 2106821 h 2323145"/>
              <a:gd name="connsiteX186" fmla="*/ 3460591 w 11269336"/>
              <a:gd name="connsiteY186" fmla="*/ 2097951 h 2323145"/>
              <a:gd name="connsiteX187" fmla="*/ 3320348 w 11269336"/>
              <a:gd name="connsiteY187" fmla="*/ 2130191 h 2323145"/>
              <a:gd name="connsiteX188" fmla="*/ 3170922 w 11269336"/>
              <a:gd name="connsiteY188" fmla="*/ 2115957 h 2323145"/>
              <a:gd name="connsiteX189" fmla="*/ 3156256 w 11269336"/>
              <a:gd name="connsiteY189" fmla="*/ 2124773 h 2323145"/>
              <a:gd name="connsiteX190" fmla="*/ 3140298 w 11269336"/>
              <a:gd name="connsiteY190" fmla="*/ 2129182 h 2323145"/>
              <a:gd name="connsiteX191" fmla="*/ 3138514 w 11269336"/>
              <a:gd name="connsiteY191" fmla="*/ 2128069 h 2323145"/>
              <a:gd name="connsiteX192" fmla="*/ 3120467 w 11269336"/>
              <a:gd name="connsiteY192" fmla="*/ 2128281 h 2323145"/>
              <a:gd name="connsiteX193" fmla="*/ 3116175 w 11269336"/>
              <a:gd name="connsiteY193" fmla="*/ 2131633 h 2323145"/>
              <a:gd name="connsiteX194" fmla="*/ 3103685 w 11269336"/>
              <a:gd name="connsiteY194" fmla="*/ 2132814 h 2323145"/>
              <a:gd name="connsiteX195" fmla="*/ 3078794 w 11269336"/>
              <a:gd name="connsiteY195" fmla="*/ 2137935 h 2323145"/>
              <a:gd name="connsiteX196" fmla="*/ 3074407 w 11269336"/>
              <a:gd name="connsiteY196" fmla="*/ 2136274 h 2323145"/>
              <a:gd name="connsiteX197" fmla="*/ 3037285 w 11269336"/>
              <a:gd name="connsiteY197" fmla="*/ 2139919 h 2323145"/>
              <a:gd name="connsiteX198" fmla="*/ 3036901 w 11269336"/>
              <a:gd name="connsiteY198" fmla="*/ 2138726 h 2323145"/>
              <a:gd name="connsiteX199" fmla="*/ 3026996 w 11269336"/>
              <a:gd name="connsiteY199" fmla="*/ 2134322 h 2323145"/>
              <a:gd name="connsiteX200" fmla="*/ 3007772 w 11269336"/>
              <a:gd name="connsiteY200" fmla="*/ 2128742 h 2323145"/>
              <a:gd name="connsiteX201" fmla="*/ 2965030 w 11269336"/>
              <a:gd name="connsiteY201" fmla="*/ 2100494 h 2323145"/>
              <a:gd name="connsiteX202" fmla="*/ 2926342 w 11269336"/>
              <a:gd name="connsiteY202" fmla="*/ 2104155 h 2323145"/>
              <a:gd name="connsiteX203" fmla="*/ 2918608 w 11269336"/>
              <a:gd name="connsiteY203" fmla="*/ 2104215 h 2323145"/>
              <a:gd name="connsiteX204" fmla="*/ 2918475 w 11269336"/>
              <a:gd name="connsiteY204" fmla="*/ 2103937 h 2323145"/>
              <a:gd name="connsiteX205" fmla="*/ 2910360 w 11269336"/>
              <a:gd name="connsiteY205" fmla="*/ 2103444 h 2323145"/>
              <a:gd name="connsiteX206" fmla="*/ 2904507 w 11269336"/>
              <a:gd name="connsiteY206" fmla="*/ 2104326 h 2323145"/>
              <a:gd name="connsiteX207" fmla="*/ 2889503 w 11269336"/>
              <a:gd name="connsiteY207" fmla="*/ 2104443 h 2323145"/>
              <a:gd name="connsiteX208" fmla="*/ 2884480 w 11269336"/>
              <a:gd name="connsiteY208" fmla="*/ 2102626 h 2323145"/>
              <a:gd name="connsiteX209" fmla="*/ 2882689 w 11269336"/>
              <a:gd name="connsiteY209" fmla="*/ 2099228 h 2323145"/>
              <a:gd name="connsiteX210" fmla="*/ 2881291 w 11269336"/>
              <a:gd name="connsiteY210" fmla="*/ 2099618 h 2323145"/>
              <a:gd name="connsiteX211" fmla="*/ 2853979 w 11269336"/>
              <a:gd name="connsiteY211" fmla="*/ 2090388 h 2323145"/>
              <a:gd name="connsiteX212" fmla="*/ 2791790 w 11269336"/>
              <a:gd name="connsiteY212" fmla="*/ 2080332 h 2323145"/>
              <a:gd name="connsiteX213" fmla="*/ 2755844 w 11269336"/>
              <a:gd name="connsiteY213" fmla="*/ 2078874 h 2323145"/>
              <a:gd name="connsiteX214" fmla="*/ 2657742 w 11269336"/>
              <a:gd name="connsiteY214" fmla="*/ 2070179 h 2323145"/>
              <a:gd name="connsiteX215" fmla="*/ 2559549 w 11269336"/>
              <a:gd name="connsiteY215" fmla="*/ 2057873 h 2323145"/>
              <a:gd name="connsiteX216" fmla="*/ 2512054 w 11269336"/>
              <a:gd name="connsiteY216" fmla="*/ 2031671 h 2323145"/>
              <a:gd name="connsiteX217" fmla="*/ 2506437 w 11269336"/>
              <a:gd name="connsiteY217" fmla="*/ 2030918 h 2323145"/>
              <a:gd name="connsiteX218" fmla="*/ 2491752 w 11269336"/>
              <a:gd name="connsiteY218" fmla="*/ 2033906 h 2323145"/>
              <a:gd name="connsiteX219" fmla="*/ 2486338 w 11269336"/>
              <a:gd name="connsiteY219" fmla="*/ 2035862 h 2323145"/>
              <a:gd name="connsiteX220" fmla="*/ 2478186 w 11269336"/>
              <a:gd name="connsiteY220" fmla="*/ 2036953 h 2323145"/>
              <a:gd name="connsiteX221" fmla="*/ 2477950 w 11269336"/>
              <a:gd name="connsiteY221" fmla="*/ 2036715 h 2323145"/>
              <a:gd name="connsiteX222" fmla="*/ 2470381 w 11269336"/>
              <a:gd name="connsiteY222" fmla="*/ 2038256 h 2323145"/>
              <a:gd name="connsiteX223" fmla="*/ 2433781 w 11269336"/>
              <a:gd name="connsiteY223" fmla="*/ 2049140 h 2323145"/>
              <a:gd name="connsiteX224" fmla="*/ 2381172 w 11269336"/>
              <a:gd name="connsiteY224" fmla="*/ 2030645 h 2323145"/>
              <a:gd name="connsiteX225" fmla="*/ 2360198 w 11269336"/>
              <a:gd name="connsiteY225" fmla="*/ 2029059 h 2323145"/>
              <a:gd name="connsiteX226" fmla="*/ 2348815 w 11269336"/>
              <a:gd name="connsiteY226" fmla="*/ 2026798 h 2323145"/>
              <a:gd name="connsiteX227" fmla="*/ 2347988 w 11269336"/>
              <a:gd name="connsiteY227" fmla="*/ 2025745 h 2323145"/>
              <a:gd name="connsiteX228" fmla="*/ 2312920 w 11269336"/>
              <a:gd name="connsiteY228" fmla="*/ 2036311 h 2323145"/>
              <a:gd name="connsiteX229" fmla="*/ 2307986 w 11269336"/>
              <a:gd name="connsiteY229" fmla="*/ 2035583 h 2323145"/>
              <a:gd name="connsiteX230" fmla="*/ 2285481 w 11269336"/>
              <a:gd name="connsiteY230" fmla="*/ 2045197 h 2323145"/>
              <a:gd name="connsiteX231" fmla="*/ 2273666 w 11269336"/>
              <a:gd name="connsiteY231" fmla="*/ 2048710 h 2323145"/>
              <a:gd name="connsiteX232" fmla="*/ 2270719 w 11269336"/>
              <a:gd name="connsiteY232" fmla="*/ 2052702 h 2323145"/>
              <a:gd name="connsiteX233" fmla="*/ 2253080 w 11269336"/>
              <a:gd name="connsiteY233" fmla="*/ 2056363 h 2323145"/>
              <a:gd name="connsiteX234" fmla="*/ 2250906 w 11269336"/>
              <a:gd name="connsiteY234" fmla="*/ 2055654 h 2323145"/>
              <a:gd name="connsiteX235" fmla="*/ 2236905 w 11269336"/>
              <a:gd name="connsiteY235" fmla="*/ 2062882 h 2323145"/>
              <a:gd name="connsiteX236" fmla="*/ 2225830 w 11269336"/>
              <a:gd name="connsiteY236" fmla="*/ 2074027 h 2323145"/>
              <a:gd name="connsiteX237" fmla="*/ 2073776 w 11269336"/>
              <a:gd name="connsiteY237" fmla="*/ 2089244 h 2323145"/>
              <a:gd name="connsiteX238" fmla="*/ 1948256 w 11269336"/>
              <a:gd name="connsiteY238" fmla="*/ 2146616 h 2323145"/>
              <a:gd name="connsiteX239" fmla="*/ 1865582 w 11269336"/>
              <a:gd name="connsiteY239" fmla="*/ 2153738 h 2323145"/>
              <a:gd name="connsiteX240" fmla="*/ 1835210 w 11269336"/>
              <a:gd name="connsiteY240" fmla="*/ 2134244 h 2323145"/>
              <a:gd name="connsiteX241" fmla="*/ 1632661 w 11269336"/>
              <a:gd name="connsiteY241" fmla="*/ 2173882 h 2323145"/>
              <a:gd name="connsiteX242" fmla="*/ 1579590 w 11269336"/>
              <a:gd name="connsiteY242" fmla="*/ 2173680 h 2323145"/>
              <a:gd name="connsiteX243" fmla="*/ 1535601 w 11269336"/>
              <a:gd name="connsiteY243" fmla="*/ 2194590 h 2323145"/>
              <a:gd name="connsiteX244" fmla="*/ 1515594 w 11269336"/>
              <a:gd name="connsiteY244" fmla="*/ 2189622 h 2323145"/>
              <a:gd name="connsiteX245" fmla="*/ 1512113 w 11269336"/>
              <a:gd name="connsiteY245" fmla="*/ 2188534 h 2323145"/>
              <a:gd name="connsiteX246" fmla="*/ 1498838 w 11269336"/>
              <a:gd name="connsiteY246" fmla="*/ 2189213 h 2323145"/>
              <a:gd name="connsiteX247" fmla="*/ 1494279 w 11269336"/>
              <a:gd name="connsiteY247" fmla="*/ 2183112 h 2323145"/>
              <a:gd name="connsiteX248" fmla="*/ 1473714 w 11269336"/>
              <a:gd name="connsiteY248" fmla="*/ 2179625 h 2323145"/>
              <a:gd name="connsiteX249" fmla="*/ 1449503 w 11269336"/>
              <a:gd name="connsiteY249" fmla="*/ 2182633 h 2323145"/>
              <a:gd name="connsiteX250" fmla="*/ 1335495 w 11269336"/>
              <a:gd name="connsiteY250" fmla="*/ 2203940 h 2323145"/>
              <a:gd name="connsiteX251" fmla="*/ 1266687 w 11269336"/>
              <a:gd name="connsiteY251" fmla="*/ 2212688 h 2323145"/>
              <a:gd name="connsiteX252" fmla="*/ 1239614 w 11269336"/>
              <a:gd name="connsiteY252" fmla="*/ 2209727 h 2323145"/>
              <a:gd name="connsiteX253" fmla="*/ 1202436 w 11269336"/>
              <a:gd name="connsiteY253" fmla="*/ 2209817 h 2323145"/>
              <a:gd name="connsiteX254" fmla="*/ 1136097 w 11269336"/>
              <a:gd name="connsiteY254" fmla="*/ 2205112 h 2323145"/>
              <a:gd name="connsiteX255" fmla="*/ 1048229 w 11269336"/>
              <a:gd name="connsiteY255" fmla="*/ 2207249 h 2323145"/>
              <a:gd name="connsiteX256" fmla="*/ 988232 w 11269336"/>
              <a:gd name="connsiteY256" fmla="*/ 2235635 h 2323145"/>
              <a:gd name="connsiteX257" fmla="*/ 981959 w 11269336"/>
              <a:gd name="connsiteY257" fmla="*/ 2231607 h 2323145"/>
              <a:gd name="connsiteX258" fmla="*/ 938600 w 11269336"/>
              <a:gd name="connsiteY258" fmla="*/ 2238113 h 2323145"/>
              <a:gd name="connsiteX259" fmla="*/ 791788 w 11269336"/>
              <a:gd name="connsiteY259" fmla="*/ 2293224 h 2323145"/>
              <a:gd name="connsiteX260" fmla="*/ 706914 w 11269336"/>
              <a:gd name="connsiteY260" fmla="*/ 2305046 h 2323145"/>
              <a:gd name="connsiteX261" fmla="*/ 675971 w 11269336"/>
              <a:gd name="connsiteY261" fmla="*/ 2304030 h 2323145"/>
              <a:gd name="connsiteX262" fmla="*/ 624180 w 11269336"/>
              <a:gd name="connsiteY262" fmla="*/ 2302650 h 2323145"/>
              <a:gd name="connsiteX263" fmla="*/ 583453 w 11269336"/>
              <a:gd name="connsiteY263" fmla="*/ 2288788 h 2323145"/>
              <a:gd name="connsiteX264" fmla="*/ 540946 w 11269336"/>
              <a:gd name="connsiteY264" fmla="*/ 2292721 h 2323145"/>
              <a:gd name="connsiteX265" fmla="*/ 533680 w 11269336"/>
              <a:gd name="connsiteY265" fmla="*/ 2310233 h 2323145"/>
              <a:gd name="connsiteX266" fmla="*/ 487366 w 11269336"/>
              <a:gd name="connsiteY266" fmla="*/ 2309053 h 2323145"/>
              <a:gd name="connsiteX267" fmla="*/ 416820 w 11269336"/>
              <a:gd name="connsiteY267" fmla="*/ 2305443 h 2323145"/>
              <a:gd name="connsiteX268" fmla="*/ 376805 w 11269336"/>
              <a:gd name="connsiteY268" fmla="*/ 2307647 h 2323145"/>
              <a:gd name="connsiteX269" fmla="*/ 266777 w 11269336"/>
              <a:gd name="connsiteY269" fmla="*/ 2309012 h 2323145"/>
              <a:gd name="connsiteX270" fmla="*/ 156013 w 11269336"/>
              <a:gd name="connsiteY270" fmla="*/ 2306832 h 2323145"/>
              <a:gd name="connsiteX271" fmla="*/ 87258 w 11269336"/>
              <a:gd name="connsiteY271" fmla="*/ 2285511 h 2323145"/>
              <a:gd name="connsiteX272" fmla="*/ 23798 w 11269336"/>
              <a:gd name="connsiteY272" fmla="*/ 2281822 h 2323145"/>
              <a:gd name="connsiteX273" fmla="*/ 0 w 11269336"/>
              <a:gd name="connsiteY273" fmla="*/ 2285369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296127 w 11269336"/>
              <a:gd name="connsiteY139" fmla="*/ 2023208 h 2323145"/>
              <a:gd name="connsiteX140" fmla="*/ 5092476 w 11269336"/>
              <a:gd name="connsiteY140" fmla="*/ 2100737 h 2323145"/>
              <a:gd name="connsiteX141" fmla="*/ 5060738 w 11269336"/>
              <a:gd name="connsiteY141" fmla="*/ 2083274 h 2323145"/>
              <a:gd name="connsiteX142" fmla="*/ 4860988 w 11269336"/>
              <a:gd name="connsiteY142" fmla="*/ 2135698 h 2323145"/>
              <a:gd name="connsiteX143" fmla="*/ 4807902 w 11269336"/>
              <a:gd name="connsiteY143" fmla="*/ 2138894 h 2323145"/>
              <a:gd name="connsiteX144" fmla="*/ 4765388 w 11269336"/>
              <a:gd name="connsiteY144" fmla="*/ 2162525 h 2323145"/>
              <a:gd name="connsiteX145" fmla="*/ 4745033 w 11269336"/>
              <a:gd name="connsiteY145" fmla="*/ 2158859 h 2323145"/>
              <a:gd name="connsiteX146" fmla="*/ 4741475 w 11269336"/>
              <a:gd name="connsiteY146" fmla="*/ 2157998 h 2323145"/>
              <a:gd name="connsiteX147" fmla="*/ 4728247 w 11269336"/>
              <a:gd name="connsiteY147" fmla="*/ 2159526 h 2323145"/>
              <a:gd name="connsiteX148" fmla="*/ 4723263 w 11269336"/>
              <a:gd name="connsiteY148" fmla="*/ 2153742 h 2323145"/>
              <a:gd name="connsiteX149" fmla="*/ 4702453 w 11269336"/>
              <a:gd name="connsiteY149" fmla="*/ 2151586 h 2323145"/>
              <a:gd name="connsiteX150" fmla="*/ 4678455 w 11269336"/>
              <a:gd name="connsiteY150" fmla="*/ 2156131 h 2323145"/>
              <a:gd name="connsiteX151" fmla="*/ 4593061 w 11269336"/>
              <a:gd name="connsiteY151" fmla="*/ 2171597 h 2323145"/>
              <a:gd name="connsiteX152" fmla="*/ 4579902 w 11269336"/>
              <a:gd name="connsiteY152" fmla="*/ 2177927 h 2323145"/>
              <a:gd name="connsiteX153" fmla="*/ 4533444 w 11269336"/>
              <a:gd name="connsiteY153" fmla="*/ 2181200 h 2323145"/>
              <a:gd name="connsiteX154" fmla="*/ 4492832 w 11269336"/>
              <a:gd name="connsiteY154" fmla="*/ 2188033 h 2323145"/>
              <a:gd name="connsiteX155" fmla="*/ 4467257 w 11269336"/>
              <a:gd name="connsiteY155" fmla="*/ 2196121 h 2323145"/>
              <a:gd name="connsiteX156" fmla="*/ 4459937 w 11269336"/>
              <a:gd name="connsiteY156" fmla="*/ 2195182 h 2323145"/>
              <a:gd name="connsiteX157" fmla="*/ 4433312 w 11269336"/>
              <a:gd name="connsiteY157" fmla="*/ 2199004 h 2323145"/>
              <a:gd name="connsiteX158" fmla="*/ 4420601 w 11269336"/>
              <a:gd name="connsiteY158" fmla="*/ 2205158 h 2323145"/>
              <a:gd name="connsiteX159" fmla="*/ 4405765 w 11269336"/>
              <a:gd name="connsiteY159" fmla="*/ 2199902 h 2323145"/>
              <a:gd name="connsiteX160" fmla="*/ 4401354 w 11269336"/>
              <a:gd name="connsiteY160" fmla="*/ 2194745 h 2323145"/>
              <a:gd name="connsiteX161" fmla="*/ 4383151 w 11269336"/>
              <a:gd name="connsiteY161" fmla="*/ 2201140 h 2323145"/>
              <a:gd name="connsiteX162" fmla="*/ 4366646 w 11269336"/>
              <a:gd name="connsiteY162" fmla="*/ 2198564 h 2323145"/>
              <a:gd name="connsiteX163" fmla="*/ 4354009 w 11269336"/>
              <a:gd name="connsiteY163" fmla="*/ 2204984 h 2323145"/>
              <a:gd name="connsiteX164" fmla="*/ 4348284 w 11269336"/>
              <a:gd name="connsiteY164" fmla="*/ 2205270 h 2323145"/>
              <a:gd name="connsiteX165" fmla="*/ 4333906 w 11269336"/>
              <a:gd name="connsiteY165" fmla="*/ 2205251 h 2323145"/>
              <a:gd name="connsiteX166" fmla="*/ 4308819 w 11269336"/>
              <a:gd name="connsiteY166" fmla="*/ 2203822 h 2323145"/>
              <a:gd name="connsiteX167" fmla="*/ 4301210 w 11269336"/>
              <a:gd name="connsiteY167" fmla="*/ 2204456 h 2323145"/>
              <a:gd name="connsiteX168" fmla="*/ 4283095 w 11269336"/>
              <a:gd name="connsiteY168" fmla="*/ 2198177 h 2323145"/>
              <a:gd name="connsiteX169" fmla="*/ 4250119 w 11269336"/>
              <a:gd name="connsiteY169" fmla="*/ 2196342 h 2323145"/>
              <a:gd name="connsiteX170" fmla="*/ 4189203 w 11269336"/>
              <a:gd name="connsiteY170" fmla="*/ 2178994 h 2323145"/>
              <a:gd name="connsiteX171" fmla="*/ 4154035 w 11269336"/>
              <a:gd name="connsiteY171" fmla="*/ 2171950 h 2323145"/>
              <a:gd name="connsiteX172" fmla="*/ 4129569 w 11269336"/>
              <a:gd name="connsiteY172" fmla="*/ 2163850 h 2323145"/>
              <a:gd name="connsiteX173" fmla="*/ 4061250 w 11269336"/>
              <a:gd name="connsiteY173" fmla="*/ 2159236 h 2323145"/>
              <a:gd name="connsiteX174" fmla="*/ 3945480 w 11269336"/>
              <a:gd name="connsiteY174" fmla="*/ 2158279 h 2323145"/>
              <a:gd name="connsiteX175" fmla="*/ 3921468 w 11269336"/>
              <a:gd name="connsiteY175" fmla="*/ 2156588 h 2323145"/>
              <a:gd name="connsiteX176" fmla="*/ 3903348 w 11269336"/>
              <a:gd name="connsiteY176" fmla="*/ 2149220 h 2323145"/>
              <a:gd name="connsiteX177" fmla="*/ 3901342 w 11269336"/>
              <a:gd name="connsiteY177" fmla="*/ 2142355 h 2323145"/>
              <a:gd name="connsiteX178" fmla="*/ 3888539 w 11269336"/>
              <a:gd name="connsiteY178" fmla="*/ 2140476 h 2323145"/>
              <a:gd name="connsiteX179" fmla="*/ 3885662 w 11269336"/>
              <a:gd name="connsiteY179" fmla="*/ 2138740 h 2323145"/>
              <a:gd name="connsiteX180" fmla="*/ 3868627 w 11269336"/>
              <a:gd name="connsiteY180" fmla="*/ 2130023 h 2323145"/>
              <a:gd name="connsiteX181" fmla="*/ 3819177 w 11269336"/>
              <a:gd name="connsiteY181" fmla="*/ 2142111 h 2323145"/>
              <a:gd name="connsiteX182" fmla="*/ 3769100 w 11269336"/>
              <a:gd name="connsiteY182" fmla="*/ 2131731 h 2323145"/>
              <a:gd name="connsiteX183" fmla="*/ 3562752 w 11269336"/>
              <a:gd name="connsiteY183" fmla="*/ 2131785 h 2323145"/>
              <a:gd name="connsiteX184" fmla="*/ 3541402 w 11269336"/>
              <a:gd name="connsiteY184" fmla="*/ 2106821 h 2323145"/>
              <a:gd name="connsiteX185" fmla="*/ 3460591 w 11269336"/>
              <a:gd name="connsiteY185" fmla="*/ 2097951 h 2323145"/>
              <a:gd name="connsiteX186" fmla="*/ 3320348 w 11269336"/>
              <a:gd name="connsiteY186" fmla="*/ 2130191 h 2323145"/>
              <a:gd name="connsiteX187" fmla="*/ 3170922 w 11269336"/>
              <a:gd name="connsiteY187" fmla="*/ 2115957 h 2323145"/>
              <a:gd name="connsiteX188" fmla="*/ 3156256 w 11269336"/>
              <a:gd name="connsiteY188" fmla="*/ 2124773 h 2323145"/>
              <a:gd name="connsiteX189" fmla="*/ 3140298 w 11269336"/>
              <a:gd name="connsiteY189" fmla="*/ 2129182 h 2323145"/>
              <a:gd name="connsiteX190" fmla="*/ 3138514 w 11269336"/>
              <a:gd name="connsiteY190" fmla="*/ 2128069 h 2323145"/>
              <a:gd name="connsiteX191" fmla="*/ 3120467 w 11269336"/>
              <a:gd name="connsiteY191" fmla="*/ 2128281 h 2323145"/>
              <a:gd name="connsiteX192" fmla="*/ 3116175 w 11269336"/>
              <a:gd name="connsiteY192" fmla="*/ 2131633 h 2323145"/>
              <a:gd name="connsiteX193" fmla="*/ 3103685 w 11269336"/>
              <a:gd name="connsiteY193" fmla="*/ 2132814 h 2323145"/>
              <a:gd name="connsiteX194" fmla="*/ 3078794 w 11269336"/>
              <a:gd name="connsiteY194" fmla="*/ 2137935 h 2323145"/>
              <a:gd name="connsiteX195" fmla="*/ 3074407 w 11269336"/>
              <a:gd name="connsiteY195" fmla="*/ 2136274 h 2323145"/>
              <a:gd name="connsiteX196" fmla="*/ 3037285 w 11269336"/>
              <a:gd name="connsiteY196" fmla="*/ 2139919 h 2323145"/>
              <a:gd name="connsiteX197" fmla="*/ 3036901 w 11269336"/>
              <a:gd name="connsiteY197" fmla="*/ 2138726 h 2323145"/>
              <a:gd name="connsiteX198" fmla="*/ 3026996 w 11269336"/>
              <a:gd name="connsiteY198" fmla="*/ 2134322 h 2323145"/>
              <a:gd name="connsiteX199" fmla="*/ 3007772 w 11269336"/>
              <a:gd name="connsiteY199" fmla="*/ 2128742 h 2323145"/>
              <a:gd name="connsiteX200" fmla="*/ 2965030 w 11269336"/>
              <a:gd name="connsiteY200" fmla="*/ 2100494 h 2323145"/>
              <a:gd name="connsiteX201" fmla="*/ 2926342 w 11269336"/>
              <a:gd name="connsiteY201" fmla="*/ 2104155 h 2323145"/>
              <a:gd name="connsiteX202" fmla="*/ 2918608 w 11269336"/>
              <a:gd name="connsiteY202" fmla="*/ 2104215 h 2323145"/>
              <a:gd name="connsiteX203" fmla="*/ 2918475 w 11269336"/>
              <a:gd name="connsiteY203" fmla="*/ 2103937 h 2323145"/>
              <a:gd name="connsiteX204" fmla="*/ 2910360 w 11269336"/>
              <a:gd name="connsiteY204" fmla="*/ 2103444 h 2323145"/>
              <a:gd name="connsiteX205" fmla="*/ 2904507 w 11269336"/>
              <a:gd name="connsiteY205" fmla="*/ 2104326 h 2323145"/>
              <a:gd name="connsiteX206" fmla="*/ 2889503 w 11269336"/>
              <a:gd name="connsiteY206" fmla="*/ 2104443 h 2323145"/>
              <a:gd name="connsiteX207" fmla="*/ 2884480 w 11269336"/>
              <a:gd name="connsiteY207" fmla="*/ 2102626 h 2323145"/>
              <a:gd name="connsiteX208" fmla="*/ 2882689 w 11269336"/>
              <a:gd name="connsiteY208" fmla="*/ 2099228 h 2323145"/>
              <a:gd name="connsiteX209" fmla="*/ 2881291 w 11269336"/>
              <a:gd name="connsiteY209" fmla="*/ 2099618 h 2323145"/>
              <a:gd name="connsiteX210" fmla="*/ 2853979 w 11269336"/>
              <a:gd name="connsiteY210" fmla="*/ 2090388 h 2323145"/>
              <a:gd name="connsiteX211" fmla="*/ 2791790 w 11269336"/>
              <a:gd name="connsiteY211" fmla="*/ 2080332 h 2323145"/>
              <a:gd name="connsiteX212" fmla="*/ 2755844 w 11269336"/>
              <a:gd name="connsiteY212" fmla="*/ 2078874 h 2323145"/>
              <a:gd name="connsiteX213" fmla="*/ 2657742 w 11269336"/>
              <a:gd name="connsiteY213" fmla="*/ 2070179 h 2323145"/>
              <a:gd name="connsiteX214" fmla="*/ 2559549 w 11269336"/>
              <a:gd name="connsiteY214" fmla="*/ 2057873 h 2323145"/>
              <a:gd name="connsiteX215" fmla="*/ 2512054 w 11269336"/>
              <a:gd name="connsiteY215" fmla="*/ 2031671 h 2323145"/>
              <a:gd name="connsiteX216" fmla="*/ 2506437 w 11269336"/>
              <a:gd name="connsiteY216" fmla="*/ 2030918 h 2323145"/>
              <a:gd name="connsiteX217" fmla="*/ 2491752 w 11269336"/>
              <a:gd name="connsiteY217" fmla="*/ 2033906 h 2323145"/>
              <a:gd name="connsiteX218" fmla="*/ 2486338 w 11269336"/>
              <a:gd name="connsiteY218" fmla="*/ 2035862 h 2323145"/>
              <a:gd name="connsiteX219" fmla="*/ 2478186 w 11269336"/>
              <a:gd name="connsiteY219" fmla="*/ 2036953 h 2323145"/>
              <a:gd name="connsiteX220" fmla="*/ 2477950 w 11269336"/>
              <a:gd name="connsiteY220" fmla="*/ 2036715 h 2323145"/>
              <a:gd name="connsiteX221" fmla="*/ 2470381 w 11269336"/>
              <a:gd name="connsiteY221" fmla="*/ 2038256 h 2323145"/>
              <a:gd name="connsiteX222" fmla="*/ 2433781 w 11269336"/>
              <a:gd name="connsiteY222" fmla="*/ 2049140 h 2323145"/>
              <a:gd name="connsiteX223" fmla="*/ 2381172 w 11269336"/>
              <a:gd name="connsiteY223" fmla="*/ 2030645 h 2323145"/>
              <a:gd name="connsiteX224" fmla="*/ 2360198 w 11269336"/>
              <a:gd name="connsiteY224" fmla="*/ 2029059 h 2323145"/>
              <a:gd name="connsiteX225" fmla="*/ 2348815 w 11269336"/>
              <a:gd name="connsiteY225" fmla="*/ 2026798 h 2323145"/>
              <a:gd name="connsiteX226" fmla="*/ 2347988 w 11269336"/>
              <a:gd name="connsiteY226" fmla="*/ 2025745 h 2323145"/>
              <a:gd name="connsiteX227" fmla="*/ 2312920 w 11269336"/>
              <a:gd name="connsiteY227" fmla="*/ 2036311 h 2323145"/>
              <a:gd name="connsiteX228" fmla="*/ 2307986 w 11269336"/>
              <a:gd name="connsiteY228" fmla="*/ 2035583 h 2323145"/>
              <a:gd name="connsiteX229" fmla="*/ 2285481 w 11269336"/>
              <a:gd name="connsiteY229" fmla="*/ 2045197 h 2323145"/>
              <a:gd name="connsiteX230" fmla="*/ 2273666 w 11269336"/>
              <a:gd name="connsiteY230" fmla="*/ 2048710 h 2323145"/>
              <a:gd name="connsiteX231" fmla="*/ 2270719 w 11269336"/>
              <a:gd name="connsiteY231" fmla="*/ 2052702 h 2323145"/>
              <a:gd name="connsiteX232" fmla="*/ 2253080 w 11269336"/>
              <a:gd name="connsiteY232" fmla="*/ 2056363 h 2323145"/>
              <a:gd name="connsiteX233" fmla="*/ 2250906 w 11269336"/>
              <a:gd name="connsiteY233" fmla="*/ 2055654 h 2323145"/>
              <a:gd name="connsiteX234" fmla="*/ 2236905 w 11269336"/>
              <a:gd name="connsiteY234" fmla="*/ 2062882 h 2323145"/>
              <a:gd name="connsiteX235" fmla="*/ 2225830 w 11269336"/>
              <a:gd name="connsiteY235" fmla="*/ 2074027 h 2323145"/>
              <a:gd name="connsiteX236" fmla="*/ 2073776 w 11269336"/>
              <a:gd name="connsiteY236" fmla="*/ 2089244 h 2323145"/>
              <a:gd name="connsiteX237" fmla="*/ 1948256 w 11269336"/>
              <a:gd name="connsiteY237" fmla="*/ 2146616 h 2323145"/>
              <a:gd name="connsiteX238" fmla="*/ 1865582 w 11269336"/>
              <a:gd name="connsiteY238" fmla="*/ 2153738 h 2323145"/>
              <a:gd name="connsiteX239" fmla="*/ 1835210 w 11269336"/>
              <a:gd name="connsiteY239" fmla="*/ 2134244 h 2323145"/>
              <a:gd name="connsiteX240" fmla="*/ 1632661 w 11269336"/>
              <a:gd name="connsiteY240" fmla="*/ 2173882 h 2323145"/>
              <a:gd name="connsiteX241" fmla="*/ 1579590 w 11269336"/>
              <a:gd name="connsiteY241" fmla="*/ 2173680 h 2323145"/>
              <a:gd name="connsiteX242" fmla="*/ 1535601 w 11269336"/>
              <a:gd name="connsiteY242" fmla="*/ 2194590 h 2323145"/>
              <a:gd name="connsiteX243" fmla="*/ 1515594 w 11269336"/>
              <a:gd name="connsiteY243" fmla="*/ 2189622 h 2323145"/>
              <a:gd name="connsiteX244" fmla="*/ 1512113 w 11269336"/>
              <a:gd name="connsiteY244" fmla="*/ 2188534 h 2323145"/>
              <a:gd name="connsiteX245" fmla="*/ 1498838 w 11269336"/>
              <a:gd name="connsiteY245" fmla="*/ 2189213 h 2323145"/>
              <a:gd name="connsiteX246" fmla="*/ 1494279 w 11269336"/>
              <a:gd name="connsiteY246" fmla="*/ 2183112 h 2323145"/>
              <a:gd name="connsiteX247" fmla="*/ 1473714 w 11269336"/>
              <a:gd name="connsiteY247" fmla="*/ 2179625 h 2323145"/>
              <a:gd name="connsiteX248" fmla="*/ 1449503 w 11269336"/>
              <a:gd name="connsiteY248" fmla="*/ 2182633 h 2323145"/>
              <a:gd name="connsiteX249" fmla="*/ 1335495 w 11269336"/>
              <a:gd name="connsiteY249" fmla="*/ 2203940 h 2323145"/>
              <a:gd name="connsiteX250" fmla="*/ 1266687 w 11269336"/>
              <a:gd name="connsiteY250" fmla="*/ 2212688 h 2323145"/>
              <a:gd name="connsiteX251" fmla="*/ 1239614 w 11269336"/>
              <a:gd name="connsiteY251" fmla="*/ 2209727 h 2323145"/>
              <a:gd name="connsiteX252" fmla="*/ 1202436 w 11269336"/>
              <a:gd name="connsiteY252" fmla="*/ 2209817 h 2323145"/>
              <a:gd name="connsiteX253" fmla="*/ 1136097 w 11269336"/>
              <a:gd name="connsiteY253" fmla="*/ 2205112 h 2323145"/>
              <a:gd name="connsiteX254" fmla="*/ 1048229 w 11269336"/>
              <a:gd name="connsiteY254" fmla="*/ 2207249 h 2323145"/>
              <a:gd name="connsiteX255" fmla="*/ 988232 w 11269336"/>
              <a:gd name="connsiteY255" fmla="*/ 2235635 h 2323145"/>
              <a:gd name="connsiteX256" fmla="*/ 981959 w 11269336"/>
              <a:gd name="connsiteY256" fmla="*/ 2231607 h 2323145"/>
              <a:gd name="connsiteX257" fmla="*/ 938600 w 11269336"/>
              <a:gd name="connsiteY257" fmla="*/ 2238113 h 2323145"/>
              <a:gd name="connsiteX258" fmla="*/ 791788 w 11269336"/>
              <a:gd name="connsiteY258" fmla="*/ 2293224 h 2323145"/>
              <a:gd name="connsiteX259" fmla="*/ 706914 w 11269336"/>
              <a:gd name="connsiteY259" fmla="*/ 2305046 h 2323145"/>
              <a:gd name="connsiteX260" fmla="*/ 675971 w 11269336"/>
              <a:gd name="connsiteY260" fmla="*/ 2304030 h 2323145"/>
              <a:gd name="connsiteX261" fmla="*/ 624180 w 11269336"/>
              <a:gd name="connsiteY261" fmla="*/ 2302650 h 2323145"/>
              <a:gd name="connsiteX262" fmla="*/ 583453 w 11269336"/>
              <a:gd name="connsiteY262" fmla="*/ 2288788 h 2323145"/>
              <a:gd name="connsiteX263" fmla="*/ 540946 w 11269336"/>
              <a:gd name="connsiteY263" fmla="*/ 2292721 h 2323145"/>
              <a:gd name="connsiteX264" fmla="*/ 533680 w 11269336"/>
              <a:gd name="connsiteY264" fmla="*/ 2310233 h 2323145"/>
              <a:gd name="connsiteX265" fmla="*/ 487366 w 11269336"/>
              <a:gd name="connsiteY265" fmla="*/ 2309053 h 2323145"/>
              <a:gd name="connsiteX266" fmla="*/ 416820 w 11269336"/>
              <a:gd name="connsiteY266" fmla="*/ 2305443 h 2323145"/>
              <a:gd name="connsiteX267" fmla="*/ 376805 w 11269336"/>
              <a:gd name="connsiteY267" fmla="*/ 2307647 h 2323145"/>
              <a:gd name="connsiteX268" fmla="*/ 266777 w 11269336"/>
              <a:gd name="connsiteY268" fmla="*/ 2309012 h 2323145"/>
              <a:gd name="connsiteX269" fmla="*/ 156013 w 11269336"/>
              <a:gd name="connsiteY269" fmla="*/ 2306832 h 2323145"/>
              <a:gd name="connsiteX270" fmla="*/ 87258 w 11269336"/>
              <a:gd name="connsiteY270" fmla="*/ 2285511 h 2323145"/>
              <a:gd name="connsiteX271" fmla="*/ 23798 w 11269336"/>
              <a:gd name="connsiteY271" fmla="*/ 2281822 h 2323145"/>
              <a:gd name="connsiteX272" fmla="*/ 0 w 11269336"/>
              <a:gd name="connsiteY272" fmla="*/ 2285369 h 2323145"/>
              <a:gd name="connsiteX273" fmla="*/ 0 w 11269336"/>
              <a:gd name="connsiteY27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092476 w 11269336"/>
              <a:gd name="connsiteY139" fmla="*/ 2100737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60738 w 11269336"/>
              <a:gd name="connsiteY140" fmla="*/ 208327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320348 w 11269336"/>
              <a:gd name="connsiteY185" fmla="*/ 2130191 h 2323145"/>
              <a:gd name="connsiteX186" fmla="*/ 3170922 w 11269336"/>
              <a:gd name="connsiteY186" fmla="*/ 2115957 h 2323145"/>
              <a:gd name="connsiteX187" fmla="*/ 3156256 w 11269336"/>
              <a:gd name="connsiteY187" fmla="*/ 2124773 h 2323145"/>
              <a:gd name="connsiteX188" fmla="*/ 3140298 w 11269336"/>
              <a:gd name="connsiteY188" fmla="*/ 2129182 h 2323145"/>
              <a:gd name="connsiteX189" fmla="*/ 3138514 w 11269336"/>
              <a:gd name="connsiteY189" fmla="*/ 2128069 h 2323145"/>
              <a:gd name="connsiteX190" fmla="*/ 3120467 w 11269336"/>
              <a:gd name="connsiteY190" fmla="*/ 2128281 h 2323145"/>
              <a:gd name="connsiteX191" fmla="*/ 3116175 w 11269336"/>
              <a:gd name="connsiteY191" fmla="*/ 2131633 h 2323145"/>
              <a:gd name="connsiteX192" fmla="*/ 3103685 w 11269336"/>
              <a:gd name="connsiteY192" fmla="*/ 2132814 h 2323145"/>
              <a:gd name="connsiteX193" fmla="*/ 3078794 w 11269336"/>
              <a:gd name="connsiteY193" fmla="*/ 2137935 h 2323145"/>
              <a:gd name="connsiteX194" fmla="*/ 3074407 w 11269336"/>
              <a:gd name="connsiteY194" fmla="*/ 2136274 h 2323145"/>
              <a:gd name="connsiteX195" fmla="*/ 3037285 w 11269336"/>
              <a:gd name="connsiteY195" fmla="*/ 2139919 h 2323145"/>
              <a:gd name="connsiteX196" fmla="*/ 3036901 w 11269336"/>
              <a:gd name="connsiteY196" fmla="*/ 2138726 h 2323145"/>
              <a:gd name="connsiteX197" fmla="*/ 3026996 w 11269336"/>
              <a:gd name="connsiteY197" fmla="*/ 2134322 h 2323145"/>
              <a:gd name="connsiteX198" fmla="*/ 3007772 w 11269336"/>
              <a:gd name="connsiteY198" fmla="*/ 2128742 h 2323145"/>
              <a:gd name="connsiteX199" fmla="*/ 2965030 w 11269336"/>
              <a:gd name="connsiteY199" fmla="*/ 2100494 h 2323145"/>
              <a:gd name="connsiteX200" fmla="*/ 2926342 w 11269336"/>
              <a:gd name="connsiteY200" fmla="*/ 2104155 h 2323145"/>
              <a:gd name="connsiteX201" fmla="*/ 2918608 w 11269336"/>
              <a:gd name="connsiteY201" fmla="*/ 2104215 h 2323145"/>
              <a:gd name="connsiteX202" fmla="*/ 2918475 w 11269336"/>
              <a:gd name="connsiteY202" fmla="*/ 2103937 h 2323145"/>
              <a:gd name="connsiteX203" fmla="*/ 2910360 w 11269336"/>
              <a:gd name="connsiteY203" fmla="*/ 2103444 h 2323145"/>
              <a:gd name="connsiteX204" fmla="*/ 2904507 w 11269336"/>
              <a:gd name="connsiteY204" fmla="*/ 2104326 h 2323145"/>
              <a:gd name="connsiteX205" fmla="*/ 2889503 w 11269336"/>
              <a:gd name="connsiteY205" fmla="*/ 2104443 h 2323145"/>
              <a:gd name="connsiteX206" fmla="*/ 2884480 w 11269336"/>
              <a:gd name="connsiteY206" fmla="*/ 2102626 h 2323145"/>
              <a:gd name="connsiteX207" fmla="*/ 2882689 w 11269336"/>
              <a:gd name="connsiteY207" fmla="*/ 2099228 h 2323145"/>
              <a:gd name="connsiteX208" fmla="*/ 2881291 w 11269336"/>
              <a:gd name="connsiteY208" fmla="*/ 2099618 h 2323145"/>
              <a:gd name="connsiteX209" fmla="*/ 2853979 w 11269336"/>
              <a:gd name="connsiteY209" fmla="*/ 2090388 h 2323145"/>
              <a:gd name="connsiteX210" fmla="*/ 2791790 w 11269336"/>
              <a:gd name="connsiteY210" fmla="*/ 2080332 h 2323145"/>
              <a:gd name="connsiteX211" fmla="*/ 2755844 w 11269336"/>
              <a:gd name="connsiteY211" fmla="*/ 2078874 h 2323145"/>
              <a:gd name="connsiteX212" fmla="*/ 2657742 w 11269336"/>
              <a:gd name="connsiteY212" fmla="*/ 2070179 h 2323145"/>
              <a:gd name="connsiteX213" fmla="*/ 2559549 w 11269336"/>
              <a:gd name="connsiteY213" fmla="*/ 2057873 h 2323145"/>
              <a:gd name="connsiteX214" fmla="*/ 2512054 w 11269336"/>
              <a:gd name="connsiteY214" fmla="*/ 2031671 h 2323145"/>
              <a:gd name="connsiteX215" fmla="*/ 2506437 w 11269336"/>
              <a:gd name="connsiteY215" fmla="*/ 2030918 h 2323145"/>
              <a:gd name="connsiteX216" fmla="*/ 2491752 w 11269336"/>
              <a:gd name="connsiteY216" fmla="*/ 2033906 h 2323145"/>
              <a:gd name="connsiteX217" fmla="*/ 2486338 w 11269336"/>
              <a:gd name="connsiteY217" fmla="*/ 2035862 h 2323145"/>
              <a:gd name="connsiteX218" fmla="*/ 2478186 w 11269336"/>
              <a:gd name="connsiteY218" fmla="*/ 2036953 h 2323145"/>
              <a:gd name="connsiteX219" fmla="*/ 2477950 w 11269336"/>
              <a:gd name="connsiteY219" fmla="*/ 2036715 h 2323145"/>
              <a:gd name="connsiteX220" fmla="*/ 2470381 w 11269336"/>
              <a:gd name="connsiteY220" fmla="*/ 2038256 h 2323145"/>
              <a:gd name="connsiteX221" fmla="*/ 2433781 w 11269336"/>
              <a:gd name="connsiteY221" fmla="*/ 2049140 h 2323145"/>
              <a:gd name="connsiteX222" fmla="*/ 2381172 w 11269336"/>
              <a:gd name="connsiteY222" fmla="*/ 2030645 h 2323145"/>
              <a:gd name="connsiteX223" fmla="*/ 2360198 w 11269336"/>
              <a:gd name="connsiteY223" fmla="*/ 2029059 h 2323145"/>
              <a:gd name="connsiteX224" fmla="*/ 2348815 w 11269336"/>
              <a:gd name="connsiteY224" fmla="*/ 2026798 h 2323145"/>
              <a:gd name="connsiteX225" fmla="*/ 2347988 w 11269336"/>
              <a:gd name="connsiteY225" fmla="*/ 2025745 h 2323145"/>
              <a:gd name="connsiteX226" fmla="*/ 2312920 w 11269336"/>
              <a:gd name="connsiteY226" fmla="*/ 2036311 h 2323145"/>
              <a:gd name="connsiteX227" fmla="*/ 2307986 w 11269336"/>
              <a:gd name="connsiteY227" fmla="*/ 2035583 h 2323145"/>
              <a:gd name="connsiteX228" fmla="*/ 2285481 w 11269336"/>
              <a:gd name="connsiteY228" fmla="*/ 2045197 h 2323145"/>
              <a:gd name="connsiteX229" fmla="*/ 2273666 w 11269336"/>
              <a:gd name="connsiteY229" fmla="*/ 2048710 h 2323145"/>
              <a:gd name="connsiteX230" fmla="*/ 2270719 w 11269336"/>
              <a:gd name="connsiteY230" fmla="*/ 2052702 h 2323145"/>
              <a:gd name="connsiteX231" fmla="*/ 2253080 w 11269336"/>
              <a:gd name="connsiteY231" fmla="*/ 2056363 h 2323145"/>
              <a:gd name="connsiteX232" fmla="*/ 2250906 w 11269336"/>
              <a:gd name="connsiteY232" fmla="*/ 2055654 h 2323145"/>
              <a:gd name="connsiteX233" fmla="*/ 2236905 w 11269336"/>
              <a:gd name="connsiteY233" fmla="*/ 2062882 h 2323145"/>
              <a:gd name="connsiteX234" fmla="*/ 2225830 w 11269336"/>
              <a:gd name="connsiteY234" fmla="*/ 2074027 h 2323145"/>
              <a:gd name="connsiteX235" fmla="*/ 2073776 w 11269336"/>
              <a:gd name="connsiteY235" fmla="*/ 2089244 h 2323145"/>
              <a:gd name="connsiteX236" fmla="*/ 1948256 w 11269336"/>
              <a:gd name="connsiteY236" fmla="*/ 2146616 h 2323145"/>
              <a:gd name="connsiteX237" fmla="*/ 1865582 w 11269336"/>
              <a:gd name="connsiteY237" fmla="*/ 2153738 h 2323145"/>
              <a:gd name="connsiteX238" fmla="*/ 1835210 w 11269336"/>
              <a:gd name="connsiteY238" fmla="*/ 2134244 h 2323145"/>
              <a:gd name="connsiteX239" fmla="*/ 1632661 w 11269336"/>
              <a:gd name="connsiteY239" fmla="*/ 2173882 h 2323145"/>
              <a:gd name="connsiteX240" fmla="*/ 1579590 w 11269336"/>
              <a:gd name="connsiteY240" fmla="*/ 2173680 h 2323145"/>
              <a:gd name="connsiteX241" fmla="*/ 1535601 w 11269336"/>
              <a:gd name="connsiteY241" fmla="*/ 2194590 h 2323145"/>
              <a:gd name="connsiteX242" fmla="*/ 1515594 w 11269336"/>
              <a:gd name="connsiteY242" fmla="*/ 2189622 h 2323145"/>
              <a:gd name="connsiteX243" fmla="*/ 1512113 w 11269336"/>
              <a:gd name="connsiteY243" fmla="*/ 2188534 h 2323145"/>
              <a:gd name="connsiteX244" fmla="*/ 1498838 w 11269336"/>
              <a:gd name="connsiteY244" fmla="*/ 2189213 h 2323145"/>
              <a:gd name="connsiteX245" fmla="*/ 1494279 w 11269336"/>
              <a:gd name="connsiteY245" fmla="*/ 2183112 h 2323145"/>
              <a:gd name="connsiteX246" fmla="*/ 1473714 w 11269336"/>
              <a:gd name="connsiteY246" fmla="*/ 2179625 h 2323145"/>
              <a:gd name="connsiteX247" fmla="*/ 1449503 w 11269336"/>
              <a:gd name="connsiteY247" fmla="*/ 2182633 h 2323145"/>
              <a:gd name="connsiteX248" fmla="*/ 1335495 w 11269336"/>
              <a:gd name="connsiteY248" fmla="*/ 2203940 h 2323145"/>
              <a:gd name="connsiteX249" fmla="*/ 1266687 w 11269336"/>
              <a:gd name="connsiteY249" fmla="*/ 2212688 h 2323145"/>
              <a:gd name="connsiteX250" fmla="*/ 1239614 w 11269336"/>
              <a:gd name="connsiteY250" fmla="*/ 2209727 h 2323145"/>
              <a:gd name="connsiteX251" fmla="*/ 1202436 w 11269336"/>
              <a:gd name="connsiteY251" fmla="*/ 2209817 h 2323145"/>
              <a:gd name="connsiteX252" fmla="*/ 1136097 w 11269336"/>
              <a:gd name="connsiteY252" fmla="*/ 2205112 h 2323145"/>
              <a:gd name="connsiteX253" fmla="*/ 1048229 w 11269336"/>
              <a:gd name="connsiteY253" fmla="*/ 2207249 h 2323145"/>
              <a:gd name="connsiteX254" fmla="*/ 988232 w 11269336"/>
              <a:gd name="connsiteY254" fmla="*/ 2235635 h 2323145"/>
              <a:gd name="connsiteX255" fmla="*/ 981959 w 11269336"/>
              <a:gd name="connsiteY255" fmla="*/ 2231607 h 2323145"/>
              <a:gd name="connsiteX256" fmla="*/ 938600 w 11269336"/>
              <a:gd name="connsiteY256" fmla="*/ 2238113 h 2323145"/>
              <a:gd name="connsiteX257" fmla="*/ 791788 w 11269336"/>
              <a:gd name="connsiteY257" fmla="*/ 2293224 h 2323145"/>
              <a:gd name="connsiteX258" fmla="*/ 706914 w 11269336"/>
              <a:gd name="connsiteY258" fmla="*/ 2305046 h 2323145"/>
              <a:gd name="connsiteX259" fmla="*/ 675971 w 11269336"/>
              <a:gd name="connsiteY259" fmla="*/ 2304030 h 2323145"/>
              <a:gd name="connsiteX260" fmla="*/ 624180 w 11269336"/>
              <a:gd name="connsiteY260" fmla="*/ 2302650 h 2323145"/>
              <a:gd name="connsiteX261" fmla="*/ 583453 w 11269336"/>
              <a:gd name="connsiteY261" fmla="*/ 2288788 h 2323145"/>
              <a:gd name="connsiteX262" fmla="*/ 540946 w 11269336"/>
              <a:gd name="connsiteY262" fmla="*/ 2292721 h 2323145"/>
              <a:gd name="connsiteX263" fmla="*/ 533680 w 11269336"/>
              <a:gd name="connsiteY263" fmla="*/ 2310233 h 2323145"/>
              <a:gd name="connsiteX264" fmla="*/ 487366 w 11269336"/>
              <a:gd name="connsiteY264" fmla="*/ 2309053 h 2323145"/>
              <a:gd name="connsiteX265" fmla="*/ 416820 w 11269336"/>
              <a:gd name="connsiteY265" fmla="*/ 2305443 h 2323145"/>
              <a:gd name="connsiteX266" fmla="*/ 376805 w 11269336"/>
              <a:gd name="connsiteY266" fmla="*/ 2307647 h 2323145"/>
              <a:gd name="connsiteX267" fmla="*/ 266777 w 11269336"/>
              <a:gd name="connsiteY267" fmla="*/ 2309012 h 2323145"/>
              <a:gd name="connsiteX268" fmla="*/ 156013 w 11269336"/>
              <a:gd name="connsiteY268" fmla="*/ 2306832 h 2323145"/>
              <a:gd name="connsiteX269" fmla="*/ 87258 w 11269336"/>
              <a:gd name="connsiteY269" fmla="*/ 2285511 h 2323145"/>
              <a:gd name="connsiteX270" fmla="*/ 23798 w 11269336"/>
              <a:gd name="connsiteY270" fmla="*/ 2281822 h 2323145"/>
              <a:gd name="connsiteX271" fmla="*/ 0 w 11269336"/>
              <a:gd name="connsiteY271" fmla="*/ 2285369 h 2323145"/>
              <a:gd name="connsiteX272" fmla="*/ 0 w 11269336"/>
              <a:gd name="connsiteY27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460591 w 11269336"/>
              <a:gd name="connsiteY184" fmla="*/ 2097951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1048229 w 11269336"/>
              <a:gd name="connsiteY252" fmla="*/ 2207249 h 2323145"/>
              <a:gd name="connsiteX253" fmla="*/ 988232 w 11269336"/>
              <a:gd name="connsiteY253" fmla="*/ 2235635 h 2323145"/>
              <a:gd name="connsiteX254" fmla="*/ 981959 w 11269336"/>
              <a:gd name="connsiteY254" fmla="*/ 2231607 h 2323145"/>
              <a:gd name="connsiteX255" fmla="*/ 938600 w 11269336"/>
              <a:gd name="connsiteY255" fmla="*/ 2238113 h 2323145"/>
              <a:gd name="connsiteX256" fmla="*/ 791788 w 11269336"/>
              <a:gd name="connsiteY256" fmla="*/ 2293224 h 2323145"/>
              <a:gd name="connsiteX257" fmla="*/ 706914 w 11269336"/>
              <a:gd name="connsiteY257" fmla="*/ 2305046 h 2323145"/>
              <a:gd name="connsiteX258" fmla="*/ 675971 w 11269336"/>
              <a:gd name="connsiteY258" fmla="*/ 2304030 h 2323145"/>
              <a:gd name="connsiteX259" fmla="*/ 624180 w 11269336"/>
              <a:gd name="connsiteY259" fmla="*/ 2302650 h 2323145"/>
              <a:gd name="connsiteX260" fmla="*/ 583453 w 11269336"/>
              <a:gd name="connsiteY260" fmla="*/ 2288788 h 2323145"/>
              <a:gd name="connsiteX261" fmla="*/ 540946 w 11269336"/>
              <a:gd name="connsiteY261" fmla="*/ 2292721 h 2323145"/>
              <a:gd name="connsiteX262" fmla="*/ 533680 w 11269336"/>
              <a:gd name="connsiteY262" fmla="*/ 2310233 h 2323145"/>
              <a:gd name="connsiteX263" fmla="*/ 487366 w 11269336"/>
              <a:gd name="connsiteY263" fmla="*/ 2309053 h 2323145"/>
              <a:gd name="connsiteX264" fmla="*/ 416820 w 11269336"/>
              <a:gd name="connsiteY264" fmla="*/ 2305443 h 2323145"/>
              <a:gd name="connsiteX265" fmla="*/ 376805 w 11269336"/>
              <a:gd name="connsiteY265" fmla="*/ 2307647 h 2323145"/>
              <a:gd name="connsiteX266" fmla="*/ 266777 w 11269336"/>
              <a:gd name="connsiteY266" fmla="*/ 2309012 h 2323145"/>
              <a:gd name="connsiteX267" fmla="*/ 156013 w 11269336"/>
              <a:gd name="connsiteY267" fmla="*/ 2306832 h 2323145"/>
              <a:gd name="connsiteX268" fmla="*/ 87258 w 11269336"/>
              <a:gd name="connsiteY268" fmla="*/ 2285511 h 2323145"/>
              <a:gd name="connsiteX269" fmla="*/ 23798 w 11269336"/>
              <a:gd name="connsiteY269" fmla="*/ 2281822 h 2323145"/>
              <a:gd name="connsiteX270" fmla="*/ 0 w 11269336"/>
              <a:gd name="connsiteY270" fmla="*/ 2285369 h 2323145"/>
              <a:gd name="connsiteX271" fmla="*/ 0 w 11269336"/>
              <a:gd name="connsiteY27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335495 w 11269336"/>
              <a:gd name="connsiteY247" fmla="*/ 2203940 h 2323145"/>
              <a:gd name="connsiteX248" fmla="*/ 1266687 w 11269336"/>
              <a:gd name="connsiteY248" fmla="*/ 2212688 h 2323145"/>
              <a:gd name="connsiteX249" fmla="*/ 1239614 w 11269336"/>
              <a:gd name="connsiteY249" fmla="*/ 2209727 h 2323145"/>
              <a:gd name="connsiteX250" fmla="*/ 1202436 w 11269336"/>
              <a:gd name="connsiteY250" fmla="*/ 2209817 h 2323145"/>
              <a:gd name="connsiteX251" fmla="*/ 1136097 w 11269336"/>
              <a:gd name="connsiteY251" fmla="*/ 2205112 h 2323145"/>
              <a:gd name="connsiteX252" fmla="*/ 988232 w 11269336"/>
              <a:gd name="connsiteY252" fmla="*/ 2235635 h 2323145"/>
              <a:gd name="connsiteX253" fmla="*/ 981959 w 11269336"/>
              <a:gd name="connsiteY253" fmla="*/ 2231607 h 2323145"/>
              <a:gd name="connsiteX254" fmla="*/ 938600 w 11269336"/>
              <a:gd name="connsiteY254" fmla="*/ 2238113 h 2323145"/>
              <a:gd name="connsiteX255" fmla="*/ 791788 w 11269336"/>
              <a:gd name="connsiteY255" fmla="*/ 2293224 h 2323145"/>
              <a:gd name="connsiteX256" fmla="*/ 706914 w 11269336"/>
              <a:gd name="connsiteY256" fmla="*/ 2305046 h 2323145"/>
              <a:gd name="connsiteX257" fmla="*/ 675971 w 11269336"/>
              <a:gd name="connsiteY257" fmla="*/ 2304030 h 2323145"/>
              <a:gd name="connsiteX258" fmla="*/ 624180 w 11269336"/>
              <a:gd name="connsiteY258" fmla="*/ 2302650 h 2323145"/>
              <a:gd name="connsiteX259" fmla="*/ 583453 w 11269336"/>
              <a:gd name="connsiteY259" fmla="*/ 2288788 h 2323145"/>
              <a:gd name="connsiteX260" fmla="*/ 540946 w 11269336"/>
              <a:gd name="connsiteY260" fmla="*/ 2292721 h 2323145"/>
              <a:gd name="connsiteX261" fmla="*/ 533680 w 11269336"/>
              <a:gd name="connsiteY261" fmla="*/ 2310233 h 2323145"/>
              <a:gd name="connsiteX262" fmla="*/ 487366 w 11269336"/>
              <a:gd name="connsiteY262" fmla="*/ 2309053 h 2323145"/>
              <a:gd name="connsiteX263" fmla="*/ 416820 w 11269336"/>
              <a:gd name="connsiteY263" fmla="*/ 2305443 h 2323145"/>
              <a:gd name="connsiteX264" fmla="*/ 376805 w 11269336"/>
              <a:gd name="connsiteY264" fmla="*/ 2307647 h 2323145"/>
              <a:gd name="connsiteX265" fmla="*/ 266777 w 11269336"/>
              <a:gd name="connsiteY265" fmla="*/ 2309012 h 2323145"/>
              <a:gd name="connsiteX266" fmla="*/ 156013 w 11269336"/>
              <a:gd name="connsiteY266" fmla="*/ 2306832 h 2323145"/>
              <a:gd name="connsiteX267" fmla="*/ 87258 w 11269336"/>
              <a:gd name="connsiteY267" fmla="*/ 2285511 h 2323145"/>
              <a:gd name="connsiteX268" fmla="*/ 23798 w 11269336"/>
              <a:gd name="connsiteY268" fmla="*/ 2281822 h 2323145"/>
              <a:gd name="connsiteX269" fmla="*/ 0 w 11269336"/>
              <a:gd name="connsiteY269" fmla="*/ 2285369 h 2323145"/>
              <a:gd name="connsiteX270" fmla="*/ 0 w 11269336"/>
              <a:gd name="connsiteY27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218531 w 11269336"/>
              <a:gd name="connsiteY54" fmla="*/ 1107622 h 2323145"/>
              <a:gd name="connsiteX55" fmla="*/ 8197391 w 11269336"/>
              <a:gd name="connsiteY55" fmla="*/ 1107746 h 2323145"/>
              <a:gd name="connsiteX56" fmla="*/ 8081474 w 11269336"/>
              <a:gd name="connsiteY56" fmla="*/ 1130125 h 2323145"/>
              <a:gd name="connsiteX57" fmla="*/ 8053585 w 11269336"/>
              <a:gd name="connsiteY57" fmla="*/ 1129169 h 2323145"/>
              <a:gd name="connsiteX58" fmla="*/ 8038422 w 11269336"/>
              <a:gd name="connsiteY58" fmla="*/ 1119092 h 2323145"/>
              <a:gd name="connsiteX59" fmla="*/ 8029450 w 11269336"/>
              <a:gd name="connsiteY59" fmla="*/ 1125592 h 2323145"/>
              <a:gd name="connsiteX60" fmla="*/ 7959552 w 11269336"/>
              <a:gd name="connsiteY60" fmla="*/ 1140188 h 2323145"/>
              <a:gd name="connsiteX61" fmla="*/ 7914188 w 11269336"/>
              <a:gd name="connsiteY61" fmla="*/ 1150862 h 2323145"/>
              <a:gd name="connsiteX62" fmla="*/ 7914918 w 11269336"/>
              <a:gd name="connsiteY62" fmla="*/ 1168758 h 2323145"/>
              <a:gd name="connsiteX63" fmla="*/ 7875510 w 11269336"/>
              <a:gd name="connsiteY63" fmla="*/ 1183153 h 2323145"/>
              <a:gd name="connsiteX64" fmla="*/ 7829932 w 11269336"/>
              <a:gd name="connsiteY64" fmla="*/ 1180782 h 2323145"/>
              <a:gd name="connsiteX65" fmla="*/ 7779182 w 11269336"/>
              <a:gd name="connsiteY65" fmla="*/ 1192665 h 2323145"/>
              <a:gd name="connsiteX66" fmla="*/ 7748774 w 11269336"/>
              <a:gd name="connsiteY66" fmla="*/ 1199586 h 2323145"/>
              <a:gd name="connsiteX67" fmla="*/ 7671846 w 11269336"/>
              <a:gd name="connsiteY67" fmla="*/ 1231966 h 2323145"/>
              <a:gd name="connsiteX68" fmla="*/ 7554146 w 11269336"/>
              <a:gd name="connsiteY68" fmla="*/ 1319748 h 2323145"/>
              <a:gd name="connsiteX69" fmla="*/ 7515052 w 11269336"/>
              <a:gd name="connsiteY69" fmla="*/ 1336718 h 2323145"/>
              <a:gd name="connsiteX70" fmla="*/ 7507193 w 11269336"/>
              <a:gd name="connsiteY70" fmla="*/ 1334617 h 2323145"/>
              <a:gd name="connsiteX71" fmla="*/ 7461694 w 11269336"/>
              <a:gd name="connsiteY71" fmla="*/ 1375866 h 2323145"/>
              <a:gd name="connsiteX72" fmla="*/ 7377571 w 11269336"/>
              <a:gd name="connsiteY72" fmla="*/ 1400128 h 2323145"/>
              <a:gd name="connsiteX73" fmla="*/ 7311261 w 11269336"/>
              <a:gd name="connsiteY73" fmla="*/ 1412652 h 2323145"/>
              <a:gd name="connsiteX74" fmla="*/ 7275307 w 11269336"/>
              <a:gd name="connsiteY74" fmla="*/ 1422171 h 2323145"/>
              <a:gd name="connsiteX75" fmla="*/ 7247783 w 11269336"/>
              <a:gd name="connsiteY75" fmla="*/ 1426330 h 2323145"/>
              <a:gd name="connsiteX76" fmla="*/ 7185047 w 11269336"/>
              <a:gd name="connsiteY76" fmla="*/ 1451812 h 2323145"/>
              <a:gd name="connsiteX77" fmla="*/ 7084117 w 11269336"/>
              <a:gd name="connsiteY77" fmla="*/ 1500281 h 2323145"/>
              <a:gd name="connsiteX78" fmla="*/ 7062011 w 11269336"/>
              <a:gd name="connsiteY78" fmla="*/ 1509183 h 2323145"/>
              <a:gd name="connsiteX79" fmla="*/ 7040555 w 11269336"/>
              <a:gd name="connsiteY79" fmla="*/ 1511207 h 2323145"/>
              <a:gd name="connsiteX80" fmla="*/ 7033438 w 11269336"/>
              <a:gd name="connsiteY80" fmla="*/ 1506772 h 2323145"/>
              <a:gd name="connsiteX81" fmla="*/ 7020886 w 11269336"/>
              <a:gd name="connsiteY81" fmla="*/ 1510764 h 2323145"/>
              <a:gd name="connsiteX82" fmla="*/ 7017033 w 11269336"/>
              <a:gd name="connsiteY82" fmla="*/ 1510650 h 2323145"/>
              <a:gd name="connsiteX83" fmla="*/ 6995460 w 11269336"/>
              <a:gd name="connsiteY83" fmla="*/ 1511173 h 2323145"/>
              <a:gd name="connsiteX84" fmla="*/ 6962144 w 11269336"/>
              <a:gd name="connsiteY84" fmla="*/ 1541508 h 2323145"/>
              <a:gd name="connsiteX85" fmla="*/ 6910674 w 11269336"/>
              <a:gd name="connsiteY85" fmla="*/ 1554793 h 2323145"/>
              <a:gd name="connsiteX86" fmla="*/ 6732152 w 11269336"/>
              <a:gd name="connsiteY86" fmla="*/ 1642538 h 2323145"/>
              <a:gd name="connsiteX87" fmla="*/ 6694106 w 11269336"/>
              <a:gd name="connsiteY87" fmla="*/ 1632377 h 2323145"/>
              <a:gd name="connsiteX88" fmla="*/ 6617223 w 11269336"/>
              <a:gd name="connsiteY88" fmla="*/ 1659889 h 2323145"/>
              <a:gd name="connsiteX89" fmla="*/ 6521138 w 11269336"/>
              <a:gd name="connsiteY89" fmla="*/ 1744340 h 2323145"/>
              <a:gd name="connsiteX90" fmla="*/ 6380677 w 11269336"/>
              <a:gd name="connsiteY90" fmla="*/ 1796883 h 2323145"/>
              <a:gd name="connsiteX91" fmla="*/ 6374897 w 11269336"/>
              <a:gd name="connsiteY91" fmla="*/ 1809910 h 2323145"/>
              <a:gd name="connsiteX92" fmla="*/ 6364545 w 11269336"/>
              <a:gd name="connsiteY92" fmla="*/ 1820090 h 2323145"/>
              <a:gd name="connsiteX93" fmla="*/ 6362126 w 11269336"/>
              <a:gd name="connsiteY93" fmla="*/ 1819991 h 2323145"/>
              <a:gd name="connsiteX94" fmla="*/ 6346673 w 11269336"/>
              <a:gd name="connsiteY94" fmla="*/ 1827824 h 2323145"/>
              <a:gd name="connsiteX95" fmla="*/ 6345588 w 11269336"/>
              <a:gd name="connsiteY95" fmla="*/ 1832232 h 2323145"/>
              <a:gd name="connsiteX96" fmla="*/ 6335708 w 11269336"/>
              <a:gd name="connsiteY96" fmla="*/ 1838451 h 2323145"/>
              <a:gd name="connsiteX97" fmla="*/ 6318182 w 11269336"/>
              <a:gd name="connsiteY97" fmla="*/ 1852975 h 2323145"/>
              <a:gd name="connsiteX98" fmla="*/ 6313084 w 11269336"/>
              <a:gd name="connsiteY98" fmla="*/ 1853561 h 2323145"/>
              <a:gd name="connsiteX99" fmla="*/ 6283816 w 11269336"/>
              <a:gd name="connsiteY99" fmla="*/ 1872148 h 2323145"/>
              <a:gd name="connsiteX100" fmla="*/ 6282550 w 11269336"/>
              <a:gd name="connsiteY100" fmla="*/ 1871392 h 2323145"/>
              <a:gd name="connsiteX101" fmla="*/ 6270527 w 11269336"/>
              <a:gd name="connsiteY101" fmla="*/ 1872208 h 2323145"/>
              <a:gd name="connsiteX102" fmla="*/ 6249518 w 11269336"/>
              <a:gd name="connsiteY102" fmla="*/ 1876079 h 2323145"/>
              <a:gd name="connsiteX103" fmla="*/ 6190386 w 11269336"/>
              <a:gd name="connsiteY103" fmla="*/ 1872478 h 2323145"/>
              <a:gd name="connsiteX104" fmla="*/ 6159777 w 11269336"/>
              <a:gd name="connsiteY104" fmla="*/ 1891745 h 2323145"/>
              <a:gd name="connsiteX105" fmla="*/ 6153131 w 11269336"/>
              <a:gd name="connsiteY105" fmla="*/ 1895079 h 2323145"/>
              <a:gd name="connsiteX106" fmla="*/ 6152798 w 11269336"/>
              <a:gd name="connsiteY106" fmla="*/ 1894920 h 2323145"/>
              <a:gd name="connsiteX107" fmla="*/ 6145388 w 11269336"/>
              <a:gd name="connsiteY107" fmla="*/ 1897990 h 2323145"/>
              <a:gd name="connsiteX108" fmla="*/ 6141014 w 11269336"/>
              <a:gd name="connsiteY108" fmla="*/ 1901155 h 2323145"/>
              <a:gd name="connsiteX109" fmla="*/ 6128122 w 11269336"/>
              <a:gd name="connsiteY109" fmla="*/ 1907623 h 2323145"/>
              <a:gd name="connsiteX110" fmla="*/ 6122351 w 11269336"/>
              <a:gd name="connsiteY110" fmla="*/ 1908359 h 2323145"/>
              <a:gd name="connsiteX111" fmla="*/ 6064750 w 11269336"/>
              <a:gd name="connsiteY111" fmla="*/ 1896394 h 2323145"/>
              <a:gd name="connsiteX112" fmla="*/ 5964230 w 11269336"/>
              <a:gd name="connsiteY112" fmla="*/ 1910038 h 2323145"/>
              <a:gd name="connsiteX113" fmla="*/ 5865399 w 11269336"/>
              <a:gd name="connsiteY113" fmla="*/ 1926966 h 2323145"/>
              <a:gd name="connsiteX114" fmla="*/ 5829951 w 11269336"/>
              <a:gd name="connsiteY114" fmla="*/ 1934755 h 2323145"/>
              <a:gd name="connsiteX115" fmla="*/ 5765285 w 11269336"/>
              <a:gd name="connsiteY115" fmla="*/ 1941322 h 2323145"/>
              <a:gd name="connsiteX116" fmla="*/ 5734750 w 11269336"/>
              <a:gd name="connsiteY116" fmla="*/ 1939793 h 2323145"/>
              <a:gd name="connsiteX117" fmla="*/ 5733569 w 11269336"/>
              <a:gd name="connsiteY117" fmla="*/ 1940505 h 2323145"/>
              <a:gd name="connsiteX118" fmla="*/ 5730329 w 11269336"/>
              <a:gd name="connsiteY118" fmla="*/ 1937845 h 2323145"/>
              <a:gd name="connsiteX119" fmla="*/ 5724661 w 11269336"/>
              <a:gd name="connsiteY119" fmla="*/ 1937455 h 2323145"/>
              <a:gd name="connsiteX120" fmla="*/ 5710186 w 11269336"/>
              <a:gd name="connsiteY120" fmla="*/ 1941370 h 2323145"/>
              <a:gd name="connsiteX121" fmla="*/ 5704910 w 11269336"/>
              <a:gd name="connsiteY121" fmla="*/ 1943663 h 2323145"/>
              <a:gd name="connsiteX122" fmla="*/ 5696836 w 11269336"/>
              <a:gd name="connsiteY122" fmla="*/ 1945271 h 2323145"/>
              <a:gd name="connsiteX123" fmla="*/ 5696583 w 11269336"/>
              <a:gd name="connsiteY123" fmla="*/ 1945050 h 2323145"/>
              <a:gd name="connsiteX124" fmla="*/ 5689123 w 11269336"/>
              <a:gd name="connsiteY124" fmla="*/ 1947067 h 2323145"/>
              <a:gd name="connsiteX125" fmla="*/ 5653291 w 11269336"/>
              <a:gd name="connsiteY125" fmla="*/ 1960245 h 2323145"/>
              <a:gd name="connsiteX126" fmla="*/ 5599385 w 11269336"/>
              <a:gd name="connsiteY126" fmla="*/ 1945198 h 2323145"/>
              <a:gd name="connsiteX127" fmla="*/ 5578300 w 11269336"/>
              <a:gd name="connsiteY127" fmla="*/ 1944963 h 2323145"/>
              <a:gd name="connsiteX128" fmla="*/ 5566758 w 11269336"/>
              <a:gd name="connsiteY128" fmla="*/ 1943441 h 2323145"/>
              <a:gd name="connsiteX129" fmla="*/ 5565857 w 11269336"/>
              <a:gd name="connsiteY129" fmla="*/ 1942445 h 2323145"/>
              <a:gd name="connsiteX130" fmla="*/ 5531534 w 11269336"/>
              <a:gd name="connsiteY130" fmla="*/ 1955208 h 2323145"/>
              <a:gd name="connsiteX131" fmla="*/ 5526552 w 11269336"/>
              <a:gd name="connsiteY131" fmla="*/ 1954799 h 2323145"/>
              <a:gd name="connsiteX132" fmla="*/ 5504723 w 11269336"/>
              <a:gd name="connsiteY132" fmla="*/ 1965811 h 2323145"/>
              <a:gd name="connsiteX133" fmla="*/ 5493156 w 11269336"/>
              <a:gd name="connsiteY133" fmla="*/ 1970063 h 2323145"/>
              <a:gd name="connsiteX134" fmla="*/ 5490486 w 11269336"/>
              <a:gd name="connsiteY134" fmla="*/ 1974227 h 2323145"/>
              <a:gd name="connsiteX135" fmla="*/ 5473107 w 11269336"/>
              <a:gd name="connsiteY135" fmla="*/ 1979001 h 2323145"/>
              <a:gd name="connsiteX136" fmla="*/ 5470885 w 11269336"/>
              <a:gd name="connsiteY136" fmla="*/ 1978432 h 2323145"/>
              <a:gd name="connsiteX137" fmla="*/ 5457393 w 11269336"/>
              <a:gd name="connsiteY137" fmla="*/ 1986525 h 2323145"/>
              <a:gd name="connsiteX138" fmla="*/ 5447102 w 11269336"/>
              <a:gd name="connsiteY138" fmla="*/ 1998329 h 2323145"/>
              <a:gd name="connsiteX139" fmla="*/ 5159151 w 11269336"/>
              <a:gd name="connsiteY139" fmla="*/ 2029640 h 2323145"/>
              <a:gd name="connsiteX140" fmla="*/ 5041688 w 11269336"/>
              <a:gd name="connsiteY140" fmla="*/ 2022334 h 2323145"/>
              <a:gd name="connsiteX141" fmla="*/ 4860988 w 11269336"/>
              <a:gd name="connsiteY141" fmla="*/ 2135698 h 2323145"/>
              <a:gd name="connsiteX142" fmla="*/ 4807902 w 11269336"/>
              <a:gd name="connsiteY142" fmla="*/ 2138894 h 2323145"/>
              <a:gd name="connsiteX143" fmla="*/ 4765388 w 11269336"/>
              <a:gd name="connsiteY143" fmla="*/ 2162525 h 2323145"/>
              <a:gd name="connsiteX144" fmla="*/ 4745033 w 11269336"/>
              <a:gd name="connsiteY144" fmla="*/ 2158859 h 2323145"/>
              <a:gd name="connsiteX145" fmla="*/ 4741475 w 11269336"/>
              <a:gd name="connsiteY145" fmla="*/ 2157998 h 2323145"/>
              <a:gd name="connsiteX146" fmla="*/ 4728247 w 11269336"/>
              <a:gd name="connsiteY146" fmla="*/ 2159526 h 2323145"/>
              <a:gd name="connsiteX147" fmla="*/ 4723263 w 11269336"/>
              <a:gd name="connsiteY147" fmla="*/ 2153742 h 2323145"/>
              <a:gd name="connsiteX148" fmla="*/ 4702453 w 11269336"/>
              <a:gd name="connsiteY148" fmla="*/ 2151586 h 2323145"/>
              <a:gd name="connsiteX149" fmla="*/ 4678455 w 11269336"/>
              <a:gd name="connsiteY149" fmla="*/ 2156131 h 2323145"/>
              <a:gd name="connsiteX150" fmla="*/ 4593061 w 11269336"/>
              <a:gd name="connsiteY150" fmla="*/ 2171597 h 2323145"/>
              <a:gd name="connsiteX151" fmla="*/ 4579902 w 11269336"/>
              <a:gd name="connsiteY151" fmla="*/ 2177927 h 2323145"/>
              <a:gd name="connsiteX152" fmla="*/ 4533444 w 11269336"/>
              <a:gd name="connsiteY152" fmla="*/ 2181200 h 2323145"/>
              <a:gd name="connsiteX153" fmla="*/ 4492832 w 11269336"/>
              <a:gd name="connsiteY153" fmla="*/ 2188033 h 2323145"/>
              <a:gd name="connsiteX154" fmla="*/ 4467257 w 11269336"/>
              <a:gd name="connsiteY154" fmla="*/ 2196121 h 2323145"/>
              <a:gd name="connsiteX155" fmla="*/ 4459937 w 11269336"/>
              <a:gd name="connsiteY155" fmla="*/ 2195182 h 2323145"/>
              <a:gd name="connsiteX156" fmla="*/ 4433312 w 11269336"/>
              <a:gd name="connsiteY156" fmla="*/ 2199004 h 2323145"/>
              <a:gd name="connsiteX157" fmla="*/ 4420601 w 11269336"/>
              <a:gd name="connsiteY157" fmla="*/ 2205158 h 2323145"/>
              <a:gd name="connsiteX158" fmla="*/ 4405765 w 11269336"/>
              <a:gd name="connsiteY158" fmla="*/ 2199902 h 2323145"/>
              <a:gd name="connsiteX159" fmla="*/ 4401354 w 11269336"/>
              <a:gd name="connsiteY159" fmla="*/ 2194745 h 2323145"/>
              <a:gd name="connsiteX160" fmla="*/ 4383151 w 11269336"/>
              <a:gd name="connsiteY160" fmla="*/ 2201140 h 2323145"/>
              <a:gd name="connsiteX161" fmla="*/ 4366646 w 11269336"/>
              <a:gd name="connsiteY161" fmla="*/ 2198564 h 2323145"/>
              <a:gd name="connsiteX162" fmla="*/ 4354009 w 11269336"/>
              <a:gd name="connsiteY162" fmla="*/ 2204984 h 2323145"/>
              <a:gd name="connsiteX163" fmla="*/ 4348284 w 11269336"/>
              <a:gd name="connsiteY163" fmla="*/ 2205270 h 2323145"/>
              <a:gd name="connsiteX164" fmla="*/ 4333906 w 11269336"/>
              <a:gd name="connsiteY164" fmla="*/ 2205251 h 2323145"/>
              <a:gd name="connsiteX165" fmla="*/ 4308819 w 11269336"/>
              <a:gd name="connsiteY165" fmla="*/ 2203822 h 2323145"/>
              <a:gd name="connsiteX166" fmla="*/ 4301210 w 11269336"/>
              <a:gd name="connsiteY166" fmla="*/ 2204456 h 2323145"/>
              <a:gd name="connsiteX167" fmla="*/ 4283095 w 11269336"/>
              <a:gd name="connsiteY167" fmla="*/ 2198177 h 2323145"/>
              <a:gd name="connsiteX168" fmla="*/ 4250119 w 11269336"/>
              <a:gd name="connsiteY168" fmla="*/ 2196342 h 2323145"/>
              <a:gd name="connsiteX169" fmla="*/ 4189203 w 11269336"/>
              <a:gd name="connsiteY169" fmla="*/ 2178994 h 2323145"/>
              <a:gd name="connsiteX170" fmla="*/ 4154035 w 11269336"/>
              <a:gd name="connsiteY170" fmla="*/ 2171950 h 2323145"/>
              <a:gd name="connsiteX171" fmla="*/ 4129569 w 11269336"/>
              <a:gd name="connsiteY171" fmla="*/ 2163850 h 2323145"/>
              <a:gd name="connsiteX172" fmla="*/ 4061250 w 11269336"/>
              <a:gd name="connsiteY172" fmla="*/ 2159236 h 2323145"/>
              <a:gd name="connsiteX173" fmla="*/ 3945480 w 11269336"/>
              <a:gd name="connsiteY173" fmla="*/ 2158279 h 2323145"/>
              <a:gd name="connsiteX174" fmla="*/ 3921468 w 11269336"/>
              <a:gd name="connsiteY174" fmla="*/ 2156588 h 2323145"/>
              <a:gd name="connsiteX175" fmla="*/ 3903348 w 11269336"/>
              <a:gd name="connsiteY175" fmla="*/ 2149220 h 2323145"/>
              <a:gd name="connsiteX176" fmla="*/ 3901342 w 11269336"/>
              <a:gd name="connsiteY176" fmla="*/ 2142355 h 2323145"/>
              <a:gd name="connsiteX177" fmla="*/ 3888539 w 11269336"/>
              <a:gd name="connsiteY177" fmla="*/ 2140476 h 2323145"/>
              <a:gd name="connsiteX178" fmla="*/ 3885662 w 11269336"/>
              <a:gd name="connsiteY178" fmla="*/ 2138740 h 2323145"/>
              <a:gd name="connsiteX179" fmla="*/ 3868627 w 11269336"/>
              <a:gd name="connsiteY179" fmla="*/ 2130023 h 2323145"/>
              <a:gd name="connsiteX180" fmla="*/ 3819177 w 11269336"/>
              <a:gd name="connsiteY180" fmla="*/ 2142111 h 2323145"/>
              <a:gd name="connsiteX181" fmla="*/ 3769100 w 11269336"/>
              <a:gd name="connsiteY181" fmla="*/ 2131731 h 2323145"/>
              <a:gd name="connsiteX182" fmla="*/ 3562752 w 11269336"/>
              <a:gd name="connsiteY182" fmla="*/ 2131785 h 2323145"/>
              <a:gd name="connsiteX183" fmla="*/ 3541402 w 11269336"/>
              <a:gd name="connsiteY183" fmla="*/ 2106821 h 2323145"/>
              <a:gd name="connsiteX184" fmla="*/ 3365341 w 11269336"/>
              <a:gd name="connsiteY184" fmla="*/ 2077638 h 2323145"/>
              <a:gd name="connsiteX185" fmla="*/ 3170922 w 11269336"/>
              <a:gd name="connsiteY185" fmla="*/ 2115957 h 2323145"/>
              <a:gd name="connsiteX186" fmla="*/ 3156256 w 11269336"/>
              <a:gd name="connsiteY186" fmla="*/ 2124773 h 2323145"/>
              <a:gd name="connsiteX187" fmla="*/ 3140298 w 11269336"/>
              <a:gd name="connsiteY187" fmla="*/ 2129182 h 2323145"/>
              <a:gd name="connsiteX188" fmla="*/ 3138514 w 11269336"/>
              <a:gd name="connsiteY188" fmla="*/ 2128069 h 2323145"/>
              <a:gd name="connsiteX189" fmla="*/ 3120467 w 11269336"/>
              <a:gd name="connsiteY189" fmla="*/ 2128281 h 2323145"/>
              <a:gd name="connsiteX190" fmla="*/ 3116175 w 11269336"/>
              <a:gd name="connsiteY190" fmla="*/ 2131633 h 2323145"/>
              <a:gd name="connsiteX191" fmla="*/ 3103685 w 11269336"/>
              <a:gd name="connsiteY191" fmla="*/ 2132814 h 2323145"/>
              <a:gd name="connsiteX192" fmla="*/ 3078794 w 11269336"/>
              <a:gd name="connsiteY192" fmla="*/ 2137935 h 2323145"/>
              <a:gd name="connsiteX193" fmla="*/ 3074407 w 11269336"/>
              <a:gd name="connsiteY193" fmla="*/ 2136274 h 2323145"/>
              <a:gd name="connsiteX194" fmla="*/ 3037285 w 11269336"/>
              <a:gd name="connsiteY194" fmla="*/ 2139919 h 2323145"/>
              <a:gd name="connsiteX195" fmla="*/ 3036901 w 11269336"/>
              <a:gd name="connsiteY195" fmla="*/ 2138726 h 2323145"/>
              <a:gd name="connsiteX196" fmla="*/ 3026996 w 11269336"/>
              <a:gd name="connsiteY196" fmla="*/ 2134322 h 2323145"/>
              <a:gd name="connsiteX197" fmla="*/ 3007772 w 11269336"/>
              <a:gd name="connsiteY197" fmla="*/ 2128742 h 2323145"/>
              <a:gd name="connsiteX198" fmla="*/ 2965030 w 11269336"/>
              <a:gd name="connsiteY198" fmla="*/ 2100494 h 2323145"/>
              <a:gd name="connsiteX199" fmla="*/ 2926342 w 11269336"/>
              <a:gd name="connsiteY199" fmla="*/ 2104155 h 2323145"/>
              <a:gd name="connsiteX200" fmla="*/ 2918608 w 11269336"/>
              <a:gd name="connsiteY200" fmla="*/ 2104215 h 2323145"/>
              <a:gd name="connsiteX201" fmla="*/ 2918475 w 11269336"/>
              <a:gd name="connsiteY201" fmla="*/ 2103937 h 2323145"/>
              <a:gd name="connsiteX202" fmla="*/ 2910360 w 11269336"/>
              <a:gd name="connsiteY202" fmla="*/ 2103444 h 2323145"/>
              <a:gd name="connsiteX203" fmla="*/ 2904507 w 11269336"/>
              <a:gd name="connsiteY203" fmla="*/ 2104326 h 2323145"/>
              <a:gd name="connsiteX204" fmla="*/ 2889503 w 11269336"/>
              <a:gd name="connsiteY204" fmla="*/ 2104443 h 2323145"/>
              <a:gd name="connsiteX205" fmla="*/ 2884480 w 11269336"/>
              <a:gd name="connsiteY205" fmla="*/ 2102626 h 2323145"/>
              <a:gd name="connsiteX206" fmla="*/ 2882689 w 11269336"/>
              <a:gd name="connsiteY206" fmla="*/ 2099228 h 2323145"/>
              <a:gd name="connsiteX207" fmla="*/ 2881291 w 11269336"/>
              <a:gd name="connsiteY207" fmla="*/ 2099618 h 2323145"/>
              <a:gd name="connsiteX208" fmla="*/ 2853979 w 11269336"/>
              <a:gd name="connsiteY208" fmla="*/ 2090388 h 2323145"/>
              <a:gd name="connsiteX209" fmla="*/ 2791790 w 11269336"/>
              <a:gd name="connsiteY209" fmla="*/ 2080332 h 2323145"/>
              <a:gd name="connsiteX210" fmla="*/ 2755844 w 11269336"/>
              <a:gd name="connsiteY210" fmla="*/ 2078874 h 2323145"/>
              <a:gd name="connsiteX211" fmla="*/ 2657742 w 11269336"/>
              <a:gd name="connsiteY211" fmla="*/ 2070179 h 2323145"/>
              <a:gd name="connsiteX212" fmla="*/ 2559549 w 11269336"/>
              <a:gd name="connsiteY212" fmla="*/ 2057873 h 2323145"/>
              <a:gd name="connsiteX213" fmla="*/ 2512054 w 11269336"/>
              <a:gd name="connsiteY213" fmla="*/ 2031671 h 2323145"/>
              <a:gd name="connsiteX214" fmla="*/ 2506437 w 11269336"/>
              <a:gd name="connsiteY214" fmla="*/ 2030918 h 2323145"/>
              <a:gd name="connsiteX215" fmla="*/ 2491752 w 11269336"/>
              <a:gd name="connsiteY215" fmla="*/ 2033906 h 2323145"/>
              <a:gd name="connsiteX216" fmla="*/ 2486338 w 11269336"/>
              <a:gd name="connsiteY216" fmla="*/ 2035862 h 2323145"/>
              <a:gd name="connsiteX217" fmla="*/ 2478186 w 11269336"/>
              <a:gd name="connsiteY217" fmla="*/ 2036953 h 2323145"/>
              <a:gd name="connsiteX218" fmla="*/ 2477950 w 11269336"/>
              <a:gd name="connsiteY218" fmla="*/ 2036715 h 2323145"/>
              <a:gd name="connsiteX219" fmla="*/ 2470381 w 11269336"/>
              <a:gd name="connsiteY219" fmla="*/ 2038256 h 2323145"/>
              <a:gd name="connsiteX220" fmla="*/ 2433781 w 11269336"/>
              <a:gd name="connsiteY220" fmla="*/ 2049140 h 2323145"/>
              <a:gd name="connsiteX221" fmla="*/ 2381172 w 11269336"/>
              <a:gd name="connsiteY221" fmla="*/ 2030645 h 2323145"/>
              <a:gd name="connsiteX222" fmla="*/ 2360198 w 11269336"/>
              <a:gd name="connsiteY222" fmla="*/ 2029059 h 2323145"/>
              <a:gd name="connsiteX223" fmla="*/ 2348815 w 11269336"/>
              <a:gd name="connsiteY223" fmla="*/ 2026798 h 2323145"/>
              <a:gd name="connsiteX224" fmla="*/ 2347988 w 11269336"/>
              <a:gd name="connsiteY224" fmla="*/ 2025745 h 2323145"/>
              <a:gd name="connsiteX225" fmla="*/ 2312920 w 11269336"/>
              <a:gd name="connsiteY225" fmla="*/ 2036311 h 2323145"/>
              <a:gd name="connsiteX226" fmla="*/ 2307986 w 11269336"/>
              <a:gd name="connsiteY226" fmla="*/ 2035583 h 2323145"/>
              <a:gd name="connsiteX227" fmla="*/ 2285481 w 11269336"/>
              <a:gd name="connsiteY227" fmla="*/ 2045197 h 2323145"/>
              <a:gd name="connsiteX228" fmla="*/ 2273666 w 11269336"/>
              <a:gd name="connsiteY228" fmla="*/ 2048710 h 2323145"/>
              <a:gd name="connsiteX229" fmla="*/ 2270719 w 11269336"/>
              <a:gd name="connsiteY229" fmla="*/ 2052702 h 2323145"/>
              <a:gd name="connsiteX230" fmla="*/ 2253080 w 11269336"/>
              <a:gd name="connsiteY230" fmla="*/ 2056363 h 2323145"/>
              <a:gd name="connsiteX231" fmla="*/ 2250906 w 11269336"/>
              <a:gd name="connsiteY231" fmla="*/ 2055654 h 2323145"/>
              <a:gd name="connsiteX232" fmla="*/ 2236905 w 11269336"/>
              <a:gd name="connsiteY232" fmla="*/ 2062882 h 2323145"/>
              <a:gd name="connsiteX233" fmla="*/ 2225830 w 11269336"/>
              <a:gd name="connsiteY233" fmla="*/ 2074027 h 2323145"/>
              <a:gd name="connsiteX234" fmla="*/ 2073776 w 11269336"/>
              <a:gd name="connsiteY234" fmla="*/ 2089244 h 2323145"/>
              <a:gd name="connsiteX235" fmla="*/ 1948256 w 11269336"/>
              <a:gd name="connsiteY235" fmla="*/ 2146616 h 2323145"/>
              <a:gd name="connsiteX236" fmla="*/ 1865582 w 11269336"/>
              <a:gd name="connsiteY236" fmla="*/ 2153738 h 2323145"/>
              <a:gd name="connsiteX237" fmla="*/ 1835210 w 11269336"/>
              <a:gd name="connsiteY237" fmla="*/ 2134244 h 2323145"/>
              <a:gd name="connsiteX238" fmla="*/ 1632661 w 11269336"/>
              <a:gd name="connsiteY238" fmla="*/ 2173882 h 2323145"/>
              <a:gd name="connsiteX239" fmla="*/ 1579590 w 11269336"/>
              <a:gd name="connsiteY239" fmla="*/ 2173680 h 2323145"/>
              <a:gd name="connsiteX240" fmla="*/ 1535601 w 11269336"/>
              <a:gd name="connsiteY240" fmla="*/ 2194590 h 2323145"/>
              <a:gd name="connsiteX241" fmla="*/ 1515594 w 11269336"/>
              <a:gd name="connsiteY241" fmla="*/ 2189622 h 2323145"/>
              <a:gd name="connsiteX242" fmla="*/ 1512113 w 11269336"/>
              <a:gd name="connsiteY242" fmla="*/ 2188534 h 2323145"/>
              <a:gd name="connsiteX243" fmla="*/ 1498838 w 11269336"/>
              <a:gd name="connsiteY243" fmla="*/ 2189213 h 2323145"/>
              <a:gd name="connsiteX244" fmla="*/ 1494279 w 11269336"/>
              <a:gd name="connsiteY244" fmla="*/ 2183112 h 2323145"/>
              <a:gd name="connsiteX245" fmla="*/ 1473714 w 11269336"/>
              <a:gd name="connsiteY245" fmla="*/ 2179625 h 2323145"/>
              <a:gd name="connsiteX246" fmla="*/ 1449503 w 11269336"/>
              <a:gd name="connsiteY246" fmla="*/ 2182633 h 2323145"/>
              <a:gd name="connsiteX247" fmla="*/ 1266687 w 11269336"/>
              <a:gd name="connsiteY247" fmla="*/ 2212688 h 2323145"/>
              <a:gd name="connsiteX248" fmla="*/ 1239614 w 11269336"/>
              <a:gd name="connsiteY248" fmla="*/ 2209727 h 2323145"/>
              <a:gd name="connsiteX249" fmla="*/ 1202436 w 11269336"/>
              <a:gd name="connsiteY249" fmla="*/ 2209817 h 2323145"/>
              <a:gd name="connsiteX250" fmla="*/ 1136097 w 11269336"/>
              <a:gd name="connsiteY250" fmla="*/ 2205112 h 2323145"/>
              <a:gd name="connsiteX251" fmla="*/ 988232 w 11269336"/>
              <a:gd name="connsiteY251" fmla="*/ 2235635 h 2323145"/>
              <a:gd name="connsiteX252" fmla="*/ 981959 w 11269336"/>
              <a:gd name="connsiteY252" fmla="*/ 2231607 h 2323145"/>
              <a:gd name="connsiteX253" fmla="*/ 938600 w 11269336"/>
              <a:gd name="connsiteY253" fmla="*/ 2238113 h 2323145"/>
              <a:gd name="connsiteX254" fmla="*/ 791788 w 11269336"/>
              <a:gd name="connsiteY254" fmla="*/ 2293224 h 2323145"/>
              <a:gd name="connsiteX255" fmla="*/ 706914 w 11269336"/>
              <a:gd name="connsiteY255" fmla="*/ 2305046 h 2323145"/>
              <a:gd name="connsiteX256" fmla="*/ 675971 w 11269336"/>
              <a:gd name="connsiteY256" fmla="*/ 2304030 h 2323145"/>
              <a:gd name="connsiteX257" fmla="*/ 624180 w 11269336"/>
              <a:gd name="connsiteY257" fmla="*/ 2302650 h 2323145"/>
              <a:gd name="connsiteX258" fmla="*/ 583453 w 11269336"/>
              <a:gd name="connsiteY258" fmla="*/ 2288788 h 2323145"/>
              <a:gd name="connsiteX259" fmla="*/ 540946 w 11269336"/>
              <a:gd name="connsiteY259" fmla="*/ 2292721 h 2323145"/>
              <a:gd name="connsiteX260" fmla="*/ 533680 w 11269336"/>
              <a:gd name="connsiteY260" fmla="*/ 2310233 h 2323145"/>
              <a:gd name="connsiteX261" fmla="*/ 487366 w 11269336"/>
              <a:gd name="connsiteY261" fmla="*/ 2309053 h 2323145"/>
              <a:gd name="connsiteX262" fmla="*/ 416820 w 11269336"/>
              <a:gd name="connsiteY262" fmla="*/ 2305443 h 2323145"/>
              <a:gd name="connsiteX263" fmla="*/ 376805 w 11269336"/>
              <a:gd name="connsiteY263" fmla="*/ 2307647 h 2323145"/>
              <a:gd name="connsiteX264" fmla="*/ 266777 w 11269336"/>
              <a:gd name="connsiteY264" fmla="*/ 2309012 h 2323145"/>
              <a:gd name="connsiteX265" fmla="*/ 156013 w 11269336"/>
              <a:gd name="connsiteY265" fmla="*/ 2306832 h 2323145"/>
              <a:gd name="connsiteX266" fmla="*/ 87258 w 11269336"/>
              <a:gd name="connsiteY266" fmla="*/ 2285511 h 2323145"/>
              <a:gd name="connsiteX267" fmla="*/ 23798 w 11269336"/>
              <a:gd name="connsiteY267" fmla="*/ 2281822 h 2323145"/>
              <a:gd name="connsiteX268" fmla="*/ 0 w 11269336"/>
              <a:gd name="connsiteY268" fmla="*/ 2285369 h 2323145"/>
              <a:gd name="connsiteX269" fmla="*/ 0 w 11269336"/>
              <a:gd name="connsiteY26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837498 w 11269336"/>
              <a:gd name="connsiteY32" fmla="*/ 885664 h 2323145"/>
              <a:gd name="connsiteX33" fmla="*/ 8795998 w 11269336"/>
              <a:gd name="connsiteY33" fmla="*/ 863337 h 2323145"/>
              <a:gd name="connsiteX34" fmla="*/ 8776970 w 11269336"/>
              <a:gd name="connsiteY34" fmla="*/ 885177 h 2323145"/>
              <a:gd name="connsiteX35" fmla="*/ 8755719 w 11269336"/>
              <a:gd name="connsiteY35" fmla="*/ 889754 h 2323145"/>
              <a:gd name="connsiteX36" fmla="*/ 8743257 w 11269336"/>
              <a:gd name="connsiteY36" fmla="*/ 904723 h 2323145"/>
              <a:gd name="connsiteX37" fmla="*/ 8721366 w 11269336"/>
              <a:gd name="connsiteY37" fmla="*/ 904711 h 2323145"/>
              <a:gd name="connsiteX38" fmla="*/ 8678353 w 11269336"/>
              <a:gd name="connsiteY38" fmla="*/ 926318 h 2323145"/>
              <a:gd name="connsiteX39" fmla="*/ 8636849 w 11269336"/>
              <a:gd name="connsiteY39" fmla="*/ 937900 h 2323145"/>
              <a:gd name="connsiteX40" fmla="*/ 8620213 w 11269336"/>
              <a:gd name="connsiteY40" fmla="*/ 943068 h 2323145"/>
              <a:gd name="connsiteX41" fmla="*/ 8612581 w 11269336"/>
              <a:gd name="connsiteY41" fmla="*/ 952695 h 2323145"/>
              <a:gd name="connsiteX42" fmla="*/ 8589038 w 11269336"/>
              <a:gd name="connsiteY42" fmla="*/ 963892 h 2323145"/>
              <a:gd name="connsiteX43" fmla="*/ 8579950 w 11269336"/>
              <a:gd name="connsiteY43" fmla="*/ 960899 h 2323145"/>
              <a:gd name="connsiteX44" fmla="*/ 8579319 w 11269336"/>
              <a:gd name="connsiteY44" fmla="*/ 965630 h 2323145"/>
              <a:gd name="connsiteX45" fmla="*/ 8547429 w 11269336"/>
              <a:gd name="connsiteY45" fmla="*/ 984506 h 2323145"/>
              <a:gd name="connsiteX46" fmla="*/ 8478704 w 11269336"/>
              <a:gd name="connsiteY46" fmla="*/ 1025490 h 2323145"/>
              <a:gd name="connsiteX47" fmla="*/ 8461421 w 11269336"/>
              <a:gd name="connsiteY47" fmla="*/ 1035512 h 2323145"/>
              <a:gd name="connsiteX48" fmla="*/ 8445003 w 11269336"/>
              <a:gd name="connsiteY48" fmla="*/ 1036851 h 2323145"/>
              <a:gd name="connsiteX49" fmla="*/ 8357350 w 11269336"/>
              <a:gd name="connsiteY49" fmla="*/ 1060213 h 2323145"/>
              <a:gd name="connsiteX50" fmla="*/ 8335565 w 11269336"/>
              <a:gd name="connsiteY50" fmla="*/ 1061151 h 2323145"/>
              <a:gd name="connsiteX51" fmla="*/ 8325267 w 11269336"/>
              <a:gd name="connsiteY51" fmla="*/ 1055919 h 2323145"/>
              <a:gd name="connsiteX52" fmla="*/ 8293586 w 11269336"/>
              <a:gd name="connsiteY52" fmla="*/ 1076144 h 2323145"/>
              <a:gd name="connsiteX53" fmla="*/ 8242405 w 11269336"/>
              <a:gd name="connsiteY53" fmla="*/ 1095960 h 2323145"/>
              <a:gd name="connsiteX54" fmla="*/ 8197391 w 11269336"/>
              <a:gd name="connsiteY54" fmla="*/ 1107746 h 2323145"/>
              <a:gd name="connsiteX55" fmla="*/ 8081474 w 11269336"/>
              <a:gd name="connsiteY55" fmla="*/ 1130125 h 2323145"/>
              <a:gd name="connsiteX56" fmla="*/ 8053585 w 11269336"/>
              <a:gd name="connsiteY56" fmla="*/ 1129169 h 2323145"/>
              <a:gd name="connsiteX57" fmla="*/ 8038422 w 11269336"/>
              <a:gd name="connsiteY57" fmla="*/ 1119092 h 2323145"/>
              <a:gd name="connsiteX58" fmla="*/ 8029450 w 11269336"/>
              <a:gd name="connsiteY58" fmla="*/ 1125592 h 2323145"/>
              <a:gd name="connsiteX59" fmla="*/ 7959552 w 11269336"/>
              <a:gd name="connsiteY59" fmla="*/ 1140188 h 2323145"/>
              <a:gd name="connsiteX60" fmla="*/ 7914188 w 11269336"/>
              <a:gd name="connsiteY60" fmla="*/ 1150862 h 2323145"/>
              <a:gd name="connsiteX61" fmla="*/ 7914918 w 11269336"/>
              <a:gd name="connsiteY61" fmla="*/ 1168758 h 2323145"/>
              <a:gd name="connsiteX62" fmla="*/ 7875510 w 11269336"/>
              <a:gd name="connsiteY62" fmla="*/ 1183153 h 2323145"/>
              <a:gd name="connsiteX63" fmla="*/ 7829932 w 11269336"/>
              <a:gd name="connsiteY63" fmla="*/ 1180782 h 2323145"/>
              <a:gd name="connsiteX64" fmla="*/ 7779182 w 11269336"/>
              <a:gd name="connsiteY64" fmla="*/ 1192665 h 2323145"/>
              <a:gd name="connsiteX65" fmla="*/ 7748774 w 11269336"/>
              <a:gd name="connsiteY65" fmla="*/ 1199586 h 2323145"/>
              <a:gd name="connsiteX66" fmla="*/ 7671846 w 11269336"/>
              <a:gd name="connsiteY66" fmla="*/ 1231966 h 2323145"/>
              <a:gd name="connsiteX67" fmla="*/ 7554146 w 11269336"/>
              <a:gd name="connsiteY67" fmla="*/ 1319748 h 2323145"/>
              <a:gd name="connsiteX68" fmla="*/ 7515052 w 11269336"/>
              <a:gd name="connsiteY68" fmla="*/ 1336718 h 2323145"/>
              <a:gd name="connsiteX69" fmla="*/ 7507193 w 11269336"/>
              <a:gd name="connsiteY69" fmla="*/ 1334617 h 2323145"/>
              <a:gd name="connsiteX70" fmla="*/ 7461694 w 11269336"/>
              <a:gd name="connsiteY70" fmla="*/ 1375866 h 2323145"/>
              <a:gd name="connsiteX71" fmla="*/ 7377571 w 11269336"/>
              <a:gd name="connsiteY71" fmla="*/ 1400128 h 2323145"/>
              <a:gd name="connsiteX72" fmla="*/ 7311261 w 11269336"/>
              <a:gd name="connsiteY72" fmla="*/ 1412652 h 2323145"/>
              <a:gd name="connsiteX73" fmla="*/ 7275307 w 11269336"/>
              <a:gd name="connsiteY73" fmla="*/ 1422171 h 2323145"/>
              <a:gd name="connsiteX74" fmla="*/ 7247783 w 11269336"/>
              <a:gd name="connsiteY74" fmla="*/ 1426330 h 2323145"/>
              <a:gd name="connsiteX75" fmla="*/ 7185047 w 11269336"/>
              <a:gd name="connsiteY75" fmla="*/ 1451812 h 2323145"/>
              <a:gd name="connsiteX76" fmla="*/ 7084117 w 11269336"/>
              <a:gd name="connsiteY76" fmla="*/ 1500281 h 2323145"/>
              <a:gd name="connsiteX77" fmla="*/ 7062011 w 11269336"/>
              <a:gd name="connsiteY77" fmla="*/ 1509183 h 2323145"/>
              <a:gd name="connsiteX78" fmla="*/ 7040555 w 11269336"/>
              <a:gd name="connsiteY78" fmla="*/ 1511207 h 2323145"/>
              <a:gd name="connsiteX79" fmla="*/ 7033438 w 11269336"/>
              <a:gd name="connsiteY79" fmla="*/ 1506772 h 2323145"/>
              <a:gd name="connsiteX80" fmla="*/ 7020886 w 11269336"/>
              <a:gd name="connsiteY80" fmla="*/ 1510764 h 2323145"/>
              <a:gd name="connsiteX81" fmla="*/ 7017033 w 11269336"/>
              <a:gd name="connsiteY81" fmla="*/ 1510650 h 2323145"/>
              <a:gd name="connsiteX82" fmla="*/ 6995460 w 11269336"/>
              <a:gd name="connsiteY82" fmla="*/ 1511173 h 2323145"/>
              <a:gd name="connsiteX83" fmla="*/ 6962144 w 11269336"/>
              <a:gd name="connsiteY83" fmla="*/ 1541508 h 2323145"/>
              <a:gd name="connsiteX84" fmla="*/ 6910674 w 11269336"/>
              <a:gd name="connsiteY84" fmla="*/ 1554793 h 2323145"/>
              <a:gd name="connsiteX85" fmla="*/ 6732152 w 11269336"/>
              <a:gd name="connsiteY85" fmla="*/ 1642538 h 2323145"/>
              <a:gd name="connsiteX86" fmla="*/ 6694106 w 11269336"/>
              <a:gd name="connsiteY86" fmla="*/ 1632377 h 2323145"/>
              <a:gd name="connsiteX87" fmla="*/ 6617223 w 11269336"/>
              <a:gd name="connsiteY87" fmla="*/ 1659889 h 2323145"/>
              <a:gd name="connsiteX88" fmla="*/ 6521138 w 11269336"/>
              <a:gd name="connsiteY88" fmla="*/ 1744340 h 2323145"/>
              <a:gd name="connsiteX89" fmla="*/ 6380677 w 11269336"/>
              <a:gd name="connsiteY89" fmla="*/ 1796883 h 2323145"/>
              <a:gd name="connsiteX90" fmla="*/ 6374897 w 11269336"/>
              <a:gd name="connsiteY90" fmla="*/ 1809910 h 2323145"/>
              <a:gd name="connsiteX91" fmla="*/ 6364545 w 11269336"/>
              <a:gd name="connsiteY91" fmla="*/ 1820090 h 2323145"/>
              <a:gd name="connsiteX92" fmla="*/ 6362126 w 11269336"/>
              <a:gd name="connsiteY92" fmla="*/ 1819991 h 2323145"/>
              <a:gd name="connsiteX93" fmla="*/ 6346673 w 11269336"/>
              <a:gd name="connsiteY93" fmla="*/ 1827824 h 2323145"/>
              <a:gd name="connsiteX94" fmla="*/ 6345588 w 11269336"/>
              <a:gd name="connsiteY94" fmla="*/ 1832232 h 2323145"/>
              <a:gd name="connsiteX95" fmla="*/ 6335708 w 11269336"/>
              <a:gd name="connsiteY95" fmla="*/ 1838451 h 2323145"/>
              <a:gd name="connsiteX96" fmla="*/ 6318182 w 11269336"/>
              <a:gd name="connsiteY96" fmla="*/ 1852975 h 2323145"/>
              <a:gd name="connsiteX97" fmla="*/ 6313084 w 11269336"/>
              <a:gd name="connsiteY97" fmla="*/ 1853561 h 2323145"/>
              <a:gd name="connsiteX98" fmla="*/ 6283816 w 11269336"/>
              <a:gd name="connsiteY98" fmla="*/ 1872148 h 2323145"/>
              <a:gd name="connsiteX99" fmla="*/ 6282550 w 11269336"/>
              <a:gd name="connsiteY99" fmla="*/ 1871392 h 2323145"/>
              <a:gd name="connsiteX100" fmla="*/ 6270527 w 11269336"/>
              <a:gd name="connsiteY100" fmla="*/ 1872208 h 2323145"/>
              <a:gd name="connsiteX101" fmla="*/ 6249518 w 11269336"/>
              <a:gd name="connsiteY101" fmla="*/ 1876079 h 2323145"/>
              <a:gd name="connsiteX102" fmla="*/ 6190386 w 11269336"/>
              <a:gd name="connsiteY102" fmla="*/ 1872478 h 2323145"/>
              <a:gd name="connsiteX103" fmla="*/ 6159777 w 11269336"/>
              <a:gd name="connsiteY103" fmla="*/ 1891745 h 2323145"/>
              <a:gd name="connsiteX104" fmla="*/ 6153131 w 11269336"/>
              <a:gd name="connsiteY104" fmla="*/ 1895079 h 2323145"/>
              <a:gd name="connsiteX105" fmla="*/ 6152798 w 11269336"/>
              <a:gd name="connsiteY105" fmla="*/ 1894920 h 2323145"/>
              <a:gd name="connsiteX106" fmla="*/ 6145388 w 11269336"/>
              <a:gd name="connsiteY106" fmla="*/ 1897990 h 2323145"/>
              <a:gd name="connsiteX107" fmla="*/ 6141014 w 11269336"/>
              <a:gd name="connsiteY107" fmla="*/ 1901155 h 2323145"/>
              <a:gd name="connsiteX108" fmla="*/ 6128122 w 11269336"/>
              <a:gd name="connsiteY108" fmla="*/ 1907623 h 2323145"/>
              <a:gd name="connsiteX109" fmla="*/ 6122351 w 11269336"/>
              <a:gd name="connsiteY109" fmla="*/ 1908359 h 2323145"/>
              <a:gd name="connsiteX110" fmla="*/ 6064750 w 11269336"/>
              <a:gd name="connsiteY110" fmla="*/ 1896394 h 2323145"/>
              <a:gd name="connsiteX111" fmla="*/ 5964230 w 11269336"/>
              <a:gd name="connsiteY111" fmla="*/ 1910038 h 2323145"/>
              <a:gd name="connsiteX112" fmla="*/ 5865399 w 11269336"/>
              <a:gd name="connsiteY112" fmla="*/ 1926966 h 2323145"/>
              <a:gd name="connsiteX113" fmla="*/ 5829951 w 11269336"/>
              <a:gd name="connsiteY113" fmla="*/ 1934755 h 2323145"/>
              <a:gd name="connsiteX114" fmla="*/ 5765285 w 11269336"/>
              <a:gd name="connsiteY114" fmla="*/ 1941322 h 2323145"/>
              <a:gd name="connsiteX115" fmla="*/ 5734750 w 11269336"/>
              <a:gd name="connsiteY115" fmla="*/ 1939793 h 2323145"/>
              <a:gd name="connsiteX116" fmla="*/ 5733569 w 11269336"/>
              <a:gd name="connsiteY116" fmla="*/ 1940505 h 2323145"/>
              <a:gd name="connsiteX117" fmla="*/ 5730329 w 11269336"/>
              <a:gd name="connsiteY117" fmla="*/ 1937845 h 2323145"/>
              <a:gd name="connsiteX118" fmla="*/ 5724661 w 11269336"/>
              <a:gd name="connsiteY118" fmla="*/ 1937455 h 2323145"/>
              <a:gd name="connsiteX119" fmla="*/ 5710186 w 11269336"/>
              <a:gd name="connsiteY119" fmla="*/ 1941370 h 2323145"/>
              <a:gd name="connsiteX120" fmla="*/ 5704910 w 11269336"/>
              <a:gd name="connsiteY120" fmla="*/ 1943663 h 2323145"/>
              <a:gd name="connsiteX121" fmla="*/ 5696836 w 11269336"/>
              <a:gd name="connsiteY121" fmla="*/ 1945271 h 2323145"/>
              <a:gd name="connsiteX122" fmla="*/ 5696583 w 11269336"/>
              <a:gd name="connsiteY122" fmla="*/ 1945050 h 2323145"/>
              <a:gd name="connsiteX123" fmla="*/ 5689123 w 11269336"/>
              <a:gd name="connsiteY123" fmla="*/ 1947067 h 2323145"/>
              <a:gd name="connsiteX124" fmla="*/ 5653291 w 11269336"/>
              <a:gd name="connsiteY124" fmla="*/ 1960245 h 2323145"/>
              <a:gd name="connsiteX125" fmla="*/ 5599385 w 11269336"/>
              <a:gd name="connsiteY125" fmla="*/ 1945198 h 2323145"/>
              <a:gd name="connsiteX126" fmla="*/ 5578300 w 11269336"/>
              <a:gd name="connsiteY126" fmla="*/ 1944963 h 2323145"/>
              <a:gd name="connsiteX127" fmla="*/ 5566758 w 11269336"/>
              <a:gd name="connsiteY127" fmla="*/ 1943441 h 2323145"/>
              <a:gd name="connsiteX128" fmla="*/ 5565857 w 11269336"/>
              <a:gd name="connsiteY128" fmla="*/ 1942445 h 2323145"/>
              <a:gd name="connsiteX129" fmla="*/ 5531534 w 11269336"/>
              <a:gd name="connsiteY129" fmla="*/ 1955208 h 2323145"/>
              <a:gd name="connsiteX130" fmla="*/ 5526552 w 11269336"/>
              <a:gd name="connsiteY130" fmla="*/ 1954799 h 2323145"/>
              <a:gd name="connsiteX131" fmla="*/ 5504723 w 11269336"/>
              <a:gd name="connsiteY131" fmla="*/ 1965811 h 2323145"/>
              <a:gd name="connsiteX132" fmla="*/ 5493156 w 11269336"/>
              <a:gd name="connsiteY132" fmla="*/ 1970063 h 2323145"/>
              <a:gd name="connsiteX133" fmla="*/ 5490486 w 11269336"/>
              <a:gd name="connsiteY133" fmla="*/ 1974227 h 2323145"/>
              <a:gd name="connsiteX134" fmla="*/ 5473107 w 11269336"/>
              <a:gd name="connsiteY134" fmla="*/ 1979001 h 2323145"/>
              <a:gd name="connsiteX135" fmla="*/ 5470885 w 11269336"/>
              <a:gd name="connsiteY135" fmla="*/ 1978432 h 2323145"/>
              <a:gd name="connsiteX136" fmla="*/ 5457393 w 11269336"/>
              <a:gd name="connsiteY136" fmla="*/ 1986525 h 2323145"/>
              <a:gd name="connsiteX137" fmla="*/ 5447102 w 11269336"/>
              <a:gd name="connsiteY137" fmla="*/ 1998329 h 2323145"/>
              <a:gd name="connsiteX138" fmla="*/ 5159151 w 11269336"/>
              <a:gd name="connsiteY138" fmla="*/ 2029640 h 2323145"/>
              <a:gd name="connsiteX139" fmla="*/ 5041688 w 11269336"/>
              <a:gd name="connsiteY139" fmla="*/ 2022334 h 2323145"/>
              <a:gd name="connsiteX140" fmla="*/ 4860988 w 11269336"/>
              <a:gd name="connsiteY140" fmla="*/ 2135698 h 2323145"/>
              <a:gd name="connsiteX141" fmla="*/ 4807902 w 11269336"/>
              <a:gd name="connsiteY141" fmla="*/ 2138894 h 2323145"/>
              <a:gd name="connsiteX142" fmla="*/ 4765388 w 11269336"/>
              <a:gd name="connsiteY142" fmla="*/ 2162525 h 2323145"/>
              <a:gd name="connsiteX143" fmla="*/ 4745033 w 11269336"/>
              <a:gd name="connsiteY143" fmla="*/ 2158859 h 2323145"/>
              <a:gd name="connsiteX144" fmla="*/ 4741475 w 11269336"/>
              <a:gd name="connsiteY144" fmla="*/ 2157998 h 2323145"/>
              <a:gd name="connsiteX145" fmla="*/ 4728247 w 11269336"/>
              <a:gd name="connsiteY145" fmla="*/ 2159526 h 2323145"/>
              <a:gd name="connsiteX146" fmla="*/ 4723263 w 11269336"/>
              <a:gd name="connsiteY146" fmla="*/ 2153742 h 2323145"/>
              <a:gd name="connsiteX147" fmla="*/ 4702453 w 11269336"/>
              <a:gd name="connsiteY147" fmla="*/ 2151586 h 2323145"/>
              <a:gd name="connsiteX148" fmla="*/ 4678455 w 11269336"/>
              <a:gd name="connsiteY148" fmla="*/ 2156131 h 2323145"/>
              <a:gd name="connsiteX149" fmla="*/ 4593061 w 11269336"/>
              <a:gd name="connsiteY149" fmla="*/ 2171597 h 2323145"/>
              <a:gd name="connsiteX150" fmla="*/ 4579902 w 11269336"/>
              <a:gd name="connsiteY150" fmla="*/ 2177927 h 2323145"/>
              <a:gd name="connsiteX151" fmla="*/ 4533444 w 11269336"/>
              <a:gd name="connsiteY151" fmla="*/ 2181200 h 2323145"/>
              <a:gd name="connsiteX152" fmla="*/ 4492832 w 11269336"/>
              <a:gd name="connsiteY152" fmla="*/ 2188033 h 2323145"/>
              <a:gd name="connsiteX153" fmla="*/ 4467257 w 11269336"/>
              <a:gd name="connsiteY153" fmla="*/ 2196121 h 2323145"/>
              <a:gd name="connsiteX154" fmla="*/ 4459937 w 11269336"/>
              <a:gd name="connsiteY154" fmla="*/ 2195182 h 2323145"/>
              <a:gd name="connsiteX155" fmla="*/ 4433312 w 11269336"/>
              <a:gd name="connsiteY155" fmla="*/ 2199004 h 2323145"/>
              <a:gd name="connsiteX156" fmla="*/ 4420601 w 11269336"/>
              <a:gd name="connsiteY156" fmla="*/ 2205158 h 2323145"/>
              <a:gd name="connsiteX157" fmla="*/ 4405765 w 11269336"/>
              <a:gd name="connsiteY157" fmla="*/ 2199902 h 2323145"/>
              <a:gd name="connsiteX158" fmla="*/ 4401354 w 11269336"/>
              <a:gd name="connsiteY158" fmla="*/ 2194745 h 2323145"/>
              <a:gd name="connsiteX159" fmla="*/ 4383151 w 11269336"/>
              <a:gd name="connsiteY159" fmla="*/ 2201140 h 2323145"/>
              <a:gd name="connsiteX160" fmla="*/ 4366646 w 11269336"/>
              <a:gd name="connsiteY160" fmla="*/ 2198564 h 2323145"/>
              <a:gd name="connsiteX161" fmla="*/ 4354009 w 11269336"/>
              <a:gd name="connsiteY161" fmla="*/ 2204984 h 2323145"/>
              <a:gd name="connsiteX162" fmla="*/ 4348284 w 11269336"/>
              <a:gd name="connsiteY162" fmla="*/ 2205270 h 2323145"/>
              <a:gd name="connsiteX163" fmla="*/ 4333906 w 11269336"/>
              <a:gd name="connsiteY163" fmla="*/ 2205251 h 2323145"/>
              <a:gd name="connsiteX164" fmla="*/ 4308819 w 11269336"/>
              <a:gd name="connsiteY164" fmla="*/ 2203822 h 2323145"/>
              <a:gd name="connsiteX165" fmla="*/ 4301210 w 11269336"/>
              <a:gd name="connsiteY165" fmla="*/ 2204456 h 2323145"/>
              <a:gd name="connsiteX166" fmla="*/ 4283095 w 11269336"/>
              <a:gd name="connsiteY166" fmla="*/ 2198177 h 2323145"/>
              <a:gd name="connsiteX167" fmla="*/ 4250119 w 11269336"/>
              <a:gd name="connsiteY167" fmla="*/ 2196342 h 2323145"/>
              <a:gd name="connsiteX168" fmla="*/ 4189203 w 11269336"/>
              <a:gd name="connsiteY168" fmla="*/ 2178994 h 2323145"/>
              <a:gd name="connsiteX169" fmla="*/ 4154035 w 11269336"/>
              <a:gd name="connsiteY169" fmla="*/ 2171950 h 2323145"/>
              <a:gd name="connsiteX170" fmla="*/ 4129569 w 11269336"/>
              <a:gd name="connsiteY170" fmla="*/ 2163850 h 2323145"/>
              <a:gd name="connsiteX171" fmla="*/ 4061250 w 11269336"/>
              <a:gd name="connsiteY171" fmla="*/ 2159236 h 2323145"/>
              <a:gd name="connsiteX172" fmla="*/ 3945480 w 11269336"/>
              <a:gd name="connsiteY172" fmla="*/ 2158279 h 2323145"/>
              <a:gd name="connsiteX173" fmla="*/ 3921468 w 11269336"/>
              <a:gd name="connsiteY173" fmla="*/ 2156588 h 2323145"/>
              <a:gd name="connsiteX174" fmla="*/ 3903348 w 11269336"/>
              <a:gd name="connsiteY174" fmla="*/ 2149220 h 2323145"/>
              <a:gd name="connsiteX175" fmla="*/ 3901342 w 11269336"/>
              <a:gd name="connsiteY175" fmla="*/ 2142355 h 2323145"/>
              <a:gd name="connsiteX176" fmla="*/ 3888539 w 11269336"/>
              <a:gd name="connsiteY176" fmla="*/ 2140476 h 2323145"/>
              <a:gd name="connsiteX177" fmla="*/ 3885662 w 11269336"/>
              <a:gd name="connsiteY177" fmla="*/ 2138740 h 2323145"/>
              <a:gd name="connsiteX178" fmla="*/ 3868627 w 11269336"/>
              <a:gd name="connsiteY178" fmla="*/ 2130023 h 2323145"/>
              <a:gd name="connsiteX179" fmla="*/ 3819177 w 11269336"/>
              <a:gd name="connsiteY179" fmla="*/ 2142111 h 2323145"/>
              <a:gd name="connsiteX180" fmla="*/ 3769100 w 11269336"/>
              <a:gd name="connsiteY180" fmla="*/ 2131731 h 2323145"/>
              <a:gd name="connsiteX181" fmla="*/ 3562752 w 11269336"/>
              <a:gd name="connsiteY181" fmla="*/ 2131785 h 2323145"/>
              <a:gd name="connsiteX182" fmla="*/ 3541402 w 11269336"/>
              <a:gd name="connsiteY182" fmla="*/ 2106821 h 2323145"/>
              <a:gd name="connsiteX183" fmla="*/ 3365341 w 11269336"/>
              <a:gd name="connsiteY183" fmla="*/ 2077638 h 2323145"/>
              <a:gd name="connsiteX184" fmla="*/ 3170922 w 11269336"/>
              <a:gd name="connsiteY184" fmla="*/ 2115957 h 2323145"/>
              <a:gd name="connsiteX185" fmla="*/ 3156256 w 11269336"/>
              <a:gd name="connsiteY185" fmla="*/ 2124773 h 2323145"/>
              <a:gd name="connsiteX186" fmla="*/ 3140298 w 11269336"/>
              <a:gd name="connsiteY186" fmla="*/ 2129182 h 2323145"/>
              <a:gd name="connsiteX187" fmla="*/ 3138514 w 11269336"/>
              <a:gd name="connsiteY187" fmla="*/ 2128069 h 2323145"/>
              <a:gd name="connsiteX188" fmla="*/ 3120467 w 11269336"/>
              <a:gd name="connsiteY188" fmla="*/ 2128281 h 2323145"/>
              <a:gd name="connsiteX189" fmla="*/ 3116175 w 11269336"/>
              <a:gd name="connsiteY189" fmla="*/ 2131633 h 2323145"/>
              <a:gd name="connsiteX190" fmla="*/ 3103685 w 11269336"/>
              <a:gd name="connsiteY190" fmla="*/ 2132814 h 2323145"/>
              <a:gd name="connsiteX191" fmla="*/ 3078794 w 11269336"/>
              <a:gd name="connsiteY191" fmla="*/ 2137935 h 2323145"/>
              <a:gd name="connsiteX192" fmla="*/ 3074407 w 11269336"/>
              <a:gd name="connsiteY192" fmla="*/ 2136274 h 2323145"/>
              <a:gd name="connsiteX193" fmla="*/ 3037285 w 11269336"/>
              <a:gd name="connsiteY193" fmla="*/ 2139919 h 2323145"/>
              <a:gd name="connsiteX194" fmla="*/ 3036901 w 11269336"/>
              <a:gd name="connsiteY194" fmla="*/ 2138726 h 2323145"/>
              <a:gd name="connsiteX195" fmla="*/ 3026996 w 11269336"/>
              <a:gd name="connsiteY195" fmla="*/ 2134322 h 2323145"/>
              <a:gd name="connsiteX196" fmla="*/ 3007772 w 11269336"/>
              <a:gd name="connsiteY196" fmla="*/ 2128742 h 2323145"/>
              <a:gd name="connsiteX197" fmla="*/ 2965030 w 11269336"/>
              <a:gd name="connsiteY197" fmla="*/ 2100494 h 2323145"/>
              <a:gd name="connsiteX198" fmla="*/ 2926342 w 11269336"/>
              <a:gd name="connsiteY198" fmla="*/ 2104155 h 2323145"/>
              <a:gd name="connsiteX199" fmla="*/ 2918608 w 11269336"/>
              <a:gd name="connsiteY199" fmla="*/ 2104215 h 2323145"/>
              <a:gd name="connsiteX200" fmla="*/ 2918475 w 11269336"/>
              <a:gd name="connsiteY200" fmla="*/ 2103937 h 2323145"/>
              <a:gd name="connsiteX201" fmla="*/ 2910360 w 11269336"/>
              <a:gd name="connsiteY201" fmla="*/ 2103444 h 2323145"/>
              <a:gd name="connsiteX202" fmla="*/ 2904507 w 11269336"/>
              <a:gd name="connsiteY202" fmla="*/ 2104326 h 2323145"/>
              <a:gd name="connsiteX203" fmla="*/ 2889503 w 11269336"/>
              <a:gd name="connsiteY203" fmla="*/ 2104443 h 2323145"/>
              <a:gd name="connsiteX204" fmla="*/ 2884480 w 11269336"/>
              <a:gd name="connsiteY204" fmla="*/ 2102626 h 2323145"/>
              <a:gd name="connsiteX205" fmla="*/ 2882689 w 11269336"/>
              <a:gd name="connsiteY205" fmla="*/ 2099228 h 2323145"/>
              <a:gd name="connsiteX206" fmla="*/ 2881291 w 11269336"/>
              <a:gd name="connsiteY206" fmla="*/ 2099618 h 2323145"/>
              <a:gd name="connsiteX207" fmla="*/ 2853979 w 11269336"/>
              <a:gd name="connsiteY207" fmla="*/ 2090388 h 2323145"/>
              <a:gd name="connsiteX208" fmla="*/ 2791790 w 11269336"/>
              <a:gd name="connsiteY208" fmla="*/ 2080332 h 2323145"/>
              <a:gd name="connsiteX209" fmla="*/ 2755844 w 11269336"/>
              <a:gd name="connsiteY209" fmla="*/ 2078874 h 2323145"/>
              <a:gd name="connsiteX210" fmla="*/ 2657742 w 11269336"/>
              <a:gd name="connsiteY210" fmla="*/ 2070179 h 2323145"/>
              <a:gd name="connsiteX211" fmla="*/ 2559549 w 11269336"/>
              <a:gd name="connsiteY211" fmla="*/ 2057873 h 2323145"/>
              <a:gd name="connsiteX212" fmla="*/ 2512054 w 11269336"/>
              <a:gd name="connsiteY212" fmla="*/ 2031671 h 2323145"/>
              <a:gd name="connsiteX213" fmla="*/ 2506437 w 11269336"/>
              <a:gd name="connsiteY213" fmla="*/ 2030918 h 2323145"/>
              <a:gd name="connsiteX214" fmla="*/ 2491752 w 11269336"/>
              <a:gd name="connsiteY214" fmla="*/ 2033906 h 2323145"/>
              <a:gd name="connsiteX215" fmla="*/ 2486338 w 11269336"/>
              <a:gd name="connsiteY215" fmla="*/ 2035862 h 2323145"/>
              <a:gd name="connsiteX216" fmla="*/ 2478186 w 11269336"/>
              <a:gd name="connsiteY216" fmla="*/ 2036953 h 2323145"/>
              <a:gd name="connsiteX217" fmla="*/ 2477950 w 11269336"/>
              <a:gd name="connsiteY217" fmla="*/ 2036715 h 2323145"/>
              <a:gd name="connsiteX218" fmla="*/ 2470381 w 11269336"/>
              <a:gd name="connsiteY218" fmla="*/ 2038256 h 2323145"/>
              <a:gd name="connsiteX219" fmla="*/ 2433781 w 11269336"/>
              <a:gd name="connsiteY219" fmla="*/ 2049140 h 2323145"/>
              <a:gd name="connsiteX220" fmla="*/ 2381172 w 11269336"/>
              <a:gd name="connsiteY220" fmla="*/ 2030645 h 2323145"/>
              <a:gd name="connsiteX221" fmla="*/ 2360198 w 11269336"/>
              <a:gd name="connsiteY221" fmla="*/ 2029059 h 2323145"/>
              <a:gd name="connsiteX222" fmla="*/ 2348815 w 11269336"/>
              <a:gd name="connsiteY222" fmla="*/ 2026798 h 2323145"/>
              <a:gd name="connsiteX223" fmla="*/ 2347988 w 11269336"/>
              <a:gd name="connsiteY223" fmla="*/ 2025745 h 2323145"/>
              <a:gd name="connsiteX224" fmla="*/ 2312920 w 11269336"/>
              <a:gd name="connsiteY224" fmla="*/ 2036311 h 2323145"/>
              <a:gd name="connsiteX225" fmla="*/ 2307986 w 11269336"/>
              <a:gd name="connsiteY225" fmla="*/ 2035583 h 2323145"/>
              <a:gd name="connsiteX226" fmla="*/ 2285481 w 11269336"/>
              <a:gd name="connsiteY226" fmla="*/ 2045197 h 2323145"/>
              <a:gd name="connsiteX227" fmla="*/ 2273666 w 11269336"/>
              <a:gd name="connsiteY227" fmla="*/ 2048710 h 2323145"/>
              <a:gd name="connsiteX228" fmla="*/ 2270719 w 11269336"/>
              <a:gd name="connsiteY228" fmla="*/ 2052702 h 2323145"/>
              <a:gd name="connsiteX229" fmla="*/ 2253080 w 11269336"/>
              <a:gd name="connsiteY229" fmla="*/ 2056363 h 2323145"/>
              <a:gd name="connsiteX230" fmla="*/ 2250906 w 11269336"/>
              <a:gd name="connsiteY230" fmla="*/ 2055654 h 2323145"/>
              <a:gd name="connsiteX231" fmla="*/ 2236905 w 11269336"/>
              <a:gd name="connsiteY231" fmla="*/ 2062882 h 2323145"/>
              <a:gd name="connsiteX232" fmla="*/ 2225830 w 11269336"/>
              <a:gd name="connsiteY232" fmla="*/ 2074027 h 2323145"/>
              <a:gd name="connsiteX233" fmla="*/ 2073776 w 11269336"/>
              <a:gd name="connsiteY233" fmla="*/ 2089244 h 2323145"/>
              <a:gd name="connsiteX234" fmla="*/ 1948256 w 11269336"/>
              <a:gd name="connsiteY234" fmla="*/ 2146616 h 2323145"/>
              <a:gd name="connsiteX235" fmla="*/ 1865582 w 11269336"/>
              <a:gd name="connsiteY235" fmla="*/ 2153738 h 2323145"/>
              <a:gd name="connsiteX236" fmla="*/ 1835210 w 11269336"/>
              <a:gd name="connsiteY236" fmla="*/ 2134244 h 2323145"/>
              <a:gd name="connsiteX237" fmla="*/ 1632661 w 11269336"/>
              <a:gd name="connsiteY237" fmla="*/ 2173882 h 2323145"/>
              <a:gd name="connsiteX238" fmla="*/ 1579590 w 11269336"/>
              <a:gd name="connsiteY238" fmla="*/ 2173680 h 2323145"/>
              <a:gd name="connsiteX239" fmla="*/ 1535601 w 11269336"/>
              <a:gd name="connsiteY239" fmla="*/ 2194590 h 2323145"/>
              <a:gd name="connsiteX240" fmla="*/ 1515594 w 11269336"/>
              <a:gd name="connsiteY240" fmla="*/ 2189622 h 2323145"/>
              <a:gd name="connsiteX241" fmla="*/ 1512113 w 11269336"/>
              <a:gd name="connsiteY241" fmla="*/ 2188534 h 2323145"/>
              <a:gd name="connsiteX242" fmla="*/ 1498838 w 11269336"/>
              <a:gd name="connsiteY242" fmla="*/ 2189213 h 2323145"/>
              <a:gd name="connsiteX243" fmla="*/ 1494279 w 11269336"/>
              <a:gd name="connsiteY243" fmla="*/ 2183112 h 2323145"/>
              <a:gd name="connsiteX244" fmla="*/ 1473714 w 11269336"/>
              <a:gd name="connsiteY244" fmla="*/ 2179625 h 2323145"/>
              <a:gd name="connsiteX245" fmla="*/ 1449503 w 11269336"/>
              <a:gd name="connsiteY245" fmla="*/ 2182633 h 2323145"/>
              <a:gd name="connsiteX246" fmla="*/ 1266687 w 11269336"/>
              <a:gd name="connsiteY246" fmla="*/ 2212688 h 2323145"/>
              <a:gd name="connsiteX247" fmla="*/ 1239614 w 11269336"/>
              <a:gd name="connsiteY247" fmla="*/ 2209727 h 2323145"/>
              <a:gd name="connsiteX248" fmla="*/ 1202436 w 11269336"/>
              <a:gd name="connsiteY248" fmla="*/ 2209817 h 2323145"/>
              <a:gd name="connsiteX249" fmla="*/ 1136097 w 11269336"/>
              <a:gd name="connsiteY249" fmla="*/ 2205112 h 2323145"/>
              <a:gd name="connsiteX250" fmla="*/ 988232 w 11269336"/>
              <a:gd name="connsiteY250" fmla="*/ 2235635 h 2323145"/>
              <a:gd name="connsiteX251" fmla="*/ 981959 w 11269336"/>
              <a:gd name="connsiteY251" fmla="*/ 2231607 h 2323145"/>
              <a:gd name="connsiteX252" fmla="*/ 938600 w 11269336"/>
              <a:gd name="connsiteY252" fmla="*/ 2238113 h 2323145"/>
              <a:gd name="connsiteX253" fmla="*/ 791788 w 11269336"/>
              <a:gd name="connsiteY253" fmla="*/ 2293224 h 2323145"/>
              <a:gd name="connsiteX254" fmla="*/ 706914 w 11269336"/>
              <a:gd name="connsiteY254" fmla="*/ 2305046 h 2323145"/>
              <a:gd name="connsiteX255" fmla="*/ 675971 w 11269336"/>
              <a:gd name="connsiteY255" fmla="*/ 2304030 h 2323145"/>
              <a:gd name="connsiteX256" fmla="*/ 624180 w 11269336"/>
              <a:gd name="connsiteY256" fmla="*/ 2302650 h 2323145"/>
              <a:gd name="connsiteX257" fmla="*/ 583453 w 11269336"/>
              <a:gd name="connsiteY257" fmla="*/ 2288788 h 2323145"/>
              <a:gd name="connsiteX258" fmla="*/ 540946 w 11269336"/>
              <a:gd name="connsiteY258" fmla="*/ 2292721 h 2323145"/>
              <a:gd name="connsiteX259" fmla="*/ 533680 w 11269336"/>
              <a:gd name="connsiteY259" fmla="*/ 2310233 h 2323145"/>
              <a:gd name="connsiteX260" fmla="*/ 487366 w 11269336"/>
              <a:gd name="connsiteY260" fmla="*/ 2309053 h 2323145"/>
              <a:gd name="connsiteX261" fmla="*/ 416820 w 11269336"/>
              <a:gd name="connsiteY261" fmla="*/ 2305443 h 2323145"/>
              <a:gd name="connsiteX262" fmla="*/ 376805 w 11269336"/>
              <a:gd name="connsiteY262" fmla="*/ 2307647 h 2323145"/>
              <a:gd name="connsiteX263" fmla="*/ 266777 w 11269336"/>
              <a:gd name="connsiteY263" fmla="*/ 2309012 h 2323145"/>
              <a:gd name="connsiteX264" fmla="*/ 156013 w 11269336"/>
              <a:gd name="connsiteY264" fmla="*/ 2306832 h 2323145"/>
              <a:gd name="connsiteX265" fmla="*/ 87258 w 11269336"/>
              <a:gd name="connsiteY265" fmla="*/ 2285511 h 2323145"/>
              <a:gd name="connsiteX266" fmla="*/ 23798 w 11269336"/>
              <a:gd name="connsiteY266" fmla="*/ 2281822 h 2323145"/>
              <a:gd name="connsiteX267" fmla="*/ 0 w 11269336"/>
              <a:gd name="connsiteY267" fmla="*/ 2285369 h 2323145"/>
              <a:gd name="connsiteX268" fmla="*/ 0 w 11269336"/>
              <a:gd name="connsiteY26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561831 w 11269336"/>
              <a:gd name="connsiteY19" fmla="*/ 547649 h 2323145"/>
              <a:gd name="connsiteX20" fmla="*/ 9380600 w 11269336"/>
              <a:gd name="connsiteY20" fmla="*/ 549821 h 2323145"/>
              <a:gd name="connsiteX21" fmla="*/ 9139429 w 11269336"/>
              <a:gd name="connsiteY21" fmla="*/ 696446 h 2323145"/>
              <a:gd name="connsiteX22" fmla="*/ 9114263 w 11269336"/>
              <a:gd name="connsiteY22" fmla="*/ 709213 h 2323145"/>
              <a:gd name="connsiteX23" fmla="*/ 9028928 w 11269336"/>
              <a:gd name="connsiteY23" fmla="*/ 745350 h 2323145"/>
              <a:gd name="connsiteX24" fmla="*/ 8977138 w 11269336"/>
              <a:gd name="connsiteY24" fmla="*/ 774970 h 2323145"/>
              <a:gd name="connsiteX25" fmla="*/ 8947030 w 11269336"/>
              <a:gd name="connsiteY25" fmla="*/ 814934 h 2323145"/>
              <a:gd name="connsiteX26" fmla="*/ 8914746 w 11269336"/>
              <a:gd name="connsiteY26" fmla="*/ 826428 h 2323145"/>
              <a:gd name="connsiteX27" fmla="*/ 8917778 w 11269336"/>
              <a:gd name="connsiteY27" fmla="*/ 835198 h 2323145"/>
              <a:gd name="connsiteX28" fmla="*/ 8905560 w 11269336"/>
              <a:gd name="connsiteY28" fmla="*/ 838358 h 2323145"/>
              <a:gd name="connsiteX29" fmla="*/ 8897564 w 11269336"/>
              <a:gd name="connsiteY29" fmla="*/ 834287 h 2323145"/>
              <a:gd name="connsiteX30" fmla="*/ 8878040 w 11269336"/>
              <a:gd name="connsiteY30" fmla="*/ 844150 h 2323145"/>
              <a:gd name="connsiteX31" fmla="*/ 8882654 w 11269336"/>
              <a:gd name="connsiteY31" fmla="*/ 892768 h 2323145"/>
              <a:gd name="connsiteX32" fmla="*/ 8795998 w 11269336"/>
              <a:gd name="connsiteY32" fmla="*/ 863337 h 2323145"/>
              <a:gd name="connsiteX33" fmla="*/ 8776970 w 11269336"/>
              <a:gd name="connsiteY33" fmla="*/ 885177 h 2323145"/>
              <a:gd name="connsiteX34" fmla="*/ 8755719 w 11269336"/>
              <a:gd name="connsiteY34" fmla="*/ 889754 h 2323145"/>
              <a:gd name="connsiteX35" fmla="*/ 8743257 w 11269336"/>
              <a:gd name="connsiteY35" fmla="*/ 904723 h 2323145"/>
              <a:gd name="connsiteX36" fmla="*/ 8721366 w 11269336"/>
              <a:gd name="connsiteY36" fmla="*/ 904711 h 2323145"/>
              <a:gd name="connsiteX37" fmla="*/ 8678353 w 11269336"/>
              <a:gd name="connsiteY37" fmla="*/ 926318 h 2323145"/>
              <a:gd name="connsiteX38" fmla="*/ 8636849 w 11269336"/>
              <a:gd name="connsiteY38" fmla="*/ 937900 h 2323145"/>
              <a:gd name="connsiteX39" fmla="*/ 8620213 w 11269336"/>
              <a:gd name="connsiteY39" fmla="*/ 943068 h 2323145"/>
              <a:gd name="connsiteX40" fmla="*/ 8612581 w 11269336"/>
              <a:gd name="connsiteY40" fmla="*/ 952695 h 2323145"/>
              <a:gd name="connsiteX41" fmla="*/ 8589038 w 11269336"/>
              <a:gd name="connsiteY41" fmla="*/ 963892 h 2323145"/>
              <a:gd name="connsiteX42" fmla="*/ 8579950 w 11269336"/>
              <a:gd name="connsiteY42" fmla="*/ 960899 h 2323145"/>
              <a:gd name="connsiteX43" fmla="*/ 8579319 w 11269336"/>
              <a:gd name="connsiteY43" fmla="*/ 965630 h 2323145"/>
              <a:gd name="connsiteX44" fmla="*/ 8547429 w 11269336"/>
              <a:gd name="connsiteY44" fmla="*/ 984506 h 2323145"/>
              <a:gd name="connsiteX45" fmla="*/ 8478704 w 11269336"/>
              <a:gd name="connsiteY45" fmla="*/ 1025490 h 2323145"/>
              <a:gd name="connsiteX46" fmla="*/ 8461421 w 11269336"/>
              <a:gd name="connsiteY46" fmla="*/ 1035512 h 2323145"/>
              <a:gd name="connsiteX47" fmla="*/ 8445003 w 11269336"/>
              <a:gd name="connsiteY47" fmla="*/ 1036851 h 2323145"/>
              <a:gd name="connsiteX48" fmla="*/ 8357350 w 11269336"/>
              <a:gd name="connsiteY48" fmla="*/ 1060213 h 2323145"/>
              <a:gd name="connsiteX49" fmla="*/ 8335565 w 11269336"/>
              <a:gd name="connsiteY49" fmla="*/ 1061151 h 2323145"/>
              <a:gd name="connsiteX50" fmla="*/ 8325267 w 11269336"/>
              <a:gd name="connsiteY50" fmla="*/ 1055919 h 2323145"/>
              <a:gd name="connsiteX51" fmla="*/ 8293586 w 11269336"/>
              <a:gd name="connsiteY51" fmla="*/ 1076144 h 2323145"/>
              <a:gd name="connsiteX52" fmla="*/ 8242405 w 11269336"/>
              <a:gd name="connsiteY52" fmla="*/ 1095960 h 2323145"/>
              <a:gd name="connsiteX53" fmla="*/ 8197391 w 11269336"/>
              <a:gd name="connsiteY53" fmla="*/ 1107746 h 2323145"/>
              <a:gd name="connsiteX54" fmla="*/ 8081474 w 11269336"/>
              <a:gd name="connsiteY54" fmla="*/ 1130125 h 2323145"/>
              <a:gd name="connsiteX55" fmla="*/ 8053585 w 11269336"/>
              <a:gd name="connsiteY55" fmla="*/ 1129169 h 2323145"/>
              <a:gd name="connsiteX56" fmla="*/ 8038422 w 11269336"/>
              <a:gd name="connsiteY56" fmla="*/ 1119092 h 2323145"/>
              <a:gd name="connsiteX57" fmla="*/ 8029450 w 11269336"/>
              <a:gd name="connsiteY57" fmla="*/ 1125592 h 2323145"/>
              <a:gd name="connsiteX58" fmla="*/ 7959552 w 11269336"/>
              <a:gd name="connsiteY58" fmla="*/ 1140188 h 2323145"/>
              <a:gd name="connsiteX59" fmla="*/ 7914188 w 11269336"/>
              <a:gd name="connsiteY59" fmla="*/ 1150862 h 2323145"/>
              <a:gd name="connsiteX60" fmla="*/ 7914918 w 11269336"/>
              <a:gd name="connsiteY60" fmla="*/ 1168758 h 2323145"/>
              <a:gd name="connsiteX61" fmla="*/ 7875510 w 11269336"/>
              <a:gd name="connsiteY61" fmla="*/ 1183153 h 2323145"/>
              <a:gd name="connsiteX62" fmla="*/ 7829932 w 11269336"/>
              <a:gd name="connsiteY62" fmla="*/ 1180782 h 2323145"/>
              <a:gd name="connsiteX63" fmla="*/ 7779182 w 11269336"/>
              <a:gd name="connsiteY63" fmla="*/ 1192665 h 2323145"/>
              <a:gd name="connsiteX64" fmla="*/ 7748774 w 11269336"/>
              <a:gd name="connsiteY64" fmla="*/ 1199586 h 2323145"/>
              <a:gd name="connsiteX65" fmla="*/ 7671846 w 11269336"/>
              <a:gd name="connsiteY65" fmla="*/ 1231966 h 2323145"/>
              <a:gd name="connsiteX66" fmla="*/ 7554146 w 11269336"/>
              <a:gd name="connsiteY66" fmla="*/ 1319748 h 2323145"/>
              <a:gd name="connsiteX67" fmla="*/ 7515052 w 11269336"/>
              <a:gd name="connsiteY67" fmla="*/ 1336718 h 2323145"/>
              <a:gd name="connsiteX68" fmla="*/ 7507193 w 11269336"/>
              <a:gd name="connsiteY68" fmla="*/ 1334617 h 2323145"/>
              <a:gd name="connsiteX69" fmla="*/ 7461694 w 11269336"/>
              <a:gd name="connsiteY69" fmla="*/ 1375866 h 2323145"/>
              <a:gd name="connsiteX70" fmla="*/ 7377571 w 11269336"/>
              <a:gd name="connsiteY70" fmla="*/ 1400128 h 2323145"/>
              <a:gd name="connsiteX71" fmla="*/ 7311261 w 11269336"/>
              <a:gd name="connsiteY71" fmla="*/ 1412652 h 2323145"/>
              <a:gd name="connsiteX72" fmla="*/ 7275307 w 11269336"/>
              <a:gd name="connsiteY72" fmla="*/ 1422171 h 2323145"/>
              <a:gd name="connsiteX73" fmla="*/ 7247783 w 11269336"/>
              <a:gd name="connsiteY73" fmla="*/ 1426330 h 2323145"/>
              <a:gd name="connsiteX74" fmla="*/ 7185047 w 11269336"/>
              <a:gd name="connsiteY74" fmla="*/ 1451812 h 2323145"/>
              <a:gd name="connsiteX75" fmla="*/ 7084117 w 11269336"/>
              <a:gd name="connsiteY75" fmla="*/ 1500281 h 2323145"/>
              <a:gd name="connsiteX76" fmla="*/ 7062011 w 11269336"/>
              <a:gd name="connsiteY76" fmla="*/ 1509183 h 2323145"/>
              <a:gd name="connsiteX77" fmla="*/ 7040555 w 11269336"/>
              <a:gd name="connsiteY77" fmla="*/ 1511207 h 2323145"/>
              <a:gd name="connsiteX78" fmla="*/ 7033438 w 11269336"/>
              <a:gd name="connsiteY78" fmla="*/ 1506772 h 2323145"/>
              <a:gd name="connsiteX79" fmla="*/ 7020886 w 11269336"/>
              <a:gd name="connsiteY79" fmla="*/ 1510764 h 2323145"/>
              <a:gd name="connsiteX80" fmla="*/ 7017033 w 11269336"/>
              <a:gd name="connsiteY80" fmla="*/ 1510650 h 2323145"/>
              <a:gd name="connsiteX81" fmla="*/ 6995460 w 11269336"/>
              <a:gd name="connsiteY81" fmla="*/ 1511173 h 2323145"/>
              <a:gd name="connsiteX82" fmla="*/ 6962144 w 11269336"/>
              <a:gd name="connsiteY82" fmla="*/ 1541508 h 2323145"/>
              <a:gd name="connsiteX83" fmla="*/ 6910674 w 11269336"/>
              <a:gd name="connsiteY83" fmla="*/ 1554793 h 2323145"/>
              <a:gd name="connsiteX84" fmla="*/ 6732152 w 11269336"/>
              <a:gd name="connsiteY84" fmla="*/ 1642538 h 2323145"/>
              <a:gd name="connsiteX85" fmla="*/ 6694106 w 11269336"/>
              <a:gd name="connsiteY85" fmla="*/ 1632377 h 2323145"/>
              <a:gd name="connsiteX86" fmla="*/ 6617223 w 11269336"/>
              <a:gd name="connsiteY86" fmla="*/ 1659889 h 2323145"/>
              <a:gd name="connsiteX87" fmla="*/ 6521138 w 11269336"/>
              <a:gd name="connsiteY87" fmla="*/ 1744340 h 2323145"/>
              <a:gd name="connsiteX88" fmla="*/ 6380677 w 11269336"/>
              <a:gd name="connsiteY88" fmla="*/ 1796883 h 2323145"/>
              <a:gd name="connsiteX89" fmla="*/ 6374897 w 11269336"/>
              <a:gd name="connsiteY89" fmla="*/ 1809910 h 2323145"/>
              <a:gd name="connsiteX90" fmla="*/ 6364545 w 11269336"/>
              <a:gd name="connsiteY90" fmla="*/ 1820090 h 2323145"/>
              <a:gd name="connsiteX91" fmla="*/ 6362126 w 11269336"/>
              <a:gd name="connsiteY91" fmla="*/ 1819991 h 2323145"/>
              <a:gd name="connsiteX92" fmla="*/ 6346673 w 11269336"/>
              <a:gd name="connsiteY92" fmla="*/ 1827824 h 2323145"/>
              <a:gd name="connsiteX93" fmla="*/ 6345588 w 11269336"/>
              <a:gd name="connsiteY93" fmla="*/ 1832232 h 2323145"/>
              <a:gd name="connsiteX94" fmla="*/ 6335708 w 11269336"/>
              <a:gd name="connsiteY94" fmla="*/ 1838451 h 2323145"/>
              <a:gd name="connsiteX95" fmla="*/ 6318182 w 11269336"/>
              <a:gd name="connsiteY95" fmla="*/ 1852975 h 2323145"/>
              <a:gd name="connsiteX96" fmla="*/ 6313084 w 11269336"/>
              <a:gd name="connsiteY96" fmla="*/ 1853561 h 2323145"/>
              <a:gd name="connsiteX97" fmla="*/ 6283816 w 11269336"/>
              <a:gd name="connsiteY97" fmla="*/ 1872148 h 2323145"/>
              <a:gd name="connsiteX98" fmla="*/ 6282550 w 11269336"/>
              <a:gd name="connsiteY98" fmla="*/ 1871392 h 2323145"/>
              <a:gd name="connsiteX99" fmla="*/ 6270527 w 11269336"/>
              <a:gd name="connsiteY99" fmla="*/ 1872208 h 2323145"/>
              <a:gd name="connsiteX100" fmla="*/ 6249518 w 11269336"/>
              <a:gd name="connsiteY100" fmla="*/ 1876079 h 2323145"/>
              <a:gd name="connsiteX101" fmla="*/ 6190386 w 11269336"/>
              <a:gd name="connsiteY101" fmla="*/ 1872478 h 2323145"/>
              <a:gd name="connsiteX102" fmla="*/ 6159777 w 11269336"/>
              <a:gd name="connsiteY102" fmla="*/ 1891745 h 2323145"/>
              <a:gd name="connsiteX103" fmla="*/ 6153131 w 11269336"/>
              <a:gd name="connsiteY103" fmla="*/ 1895079 h 2323145"/>
              <a:gd name="connsiteX104" fmla="*/ 6152798 w 11269336"/>
              <a:gd name="connsiteY104" fmla="*/ 1894920 h 2323145"/>
              <a:gd name="connsiteX105" fmla="*/ 6145388 w 11269336"/>
              <a:gd name="connsiteY105" fmla="*/ 1897990 h 2323145"/>
              <a:gd name="connsiteX106" fmla="*/ 6141014 w 11269336"/>
              <a:gd name="connsiteY106" fmla="*/ 1901155 h 2323145"/>
              <a:gd name="connsiteX107" fmla="*/ 6128122 w 11269336"/>
              <a:gd name="connsiteY107" fmla="*/ 1907623 h 2323145"/>
              <a:gd name="connsiteX108" fmla="*/ 6122351 w 11269336"/>
              <a:gd name="connsiteY108" fmla="*/ 1908359 h 2323145"/>
              <a:gd name="connsiteX109" fmla="*/ 6064750 w 11269336"/>
              <a:gd name="connsiteY109" fmla="*/ 1896394 h 2323145"/>
              <a:gd name="connsiteX110" fmla="*/ 5964230 w 11269336"/>
              <a:gd name="connsiteY110" fmla="*/ 1910038 h 2323145"/>
              <a:gd name="connsiteX111" fmla="*/ 5865399 w 11269336"/>
              <a:gd name="connsiteY111" fmla="*/ 1926966 h 2323145"/>
              <a:gd name="connsiteX112" fmla="*/ 5829951 w 11269336"/>
              <a:gd name="connsiteY112" fmla="*/ 1934755 h 2323145"/>
              <a:gd name="connsiteX113" fmla="*/ 5765285 w 11269336"/>
              <a:gd name="connsiteY113" fmla="*/ 1941322 h 2323145"/>
              <a:gd name="connsiteX114" fmla="*/ 5734750 w 11269336"/>
              <a:gd name="connsiteY114" fmla="*/ 1939793 h 2323145"/>
              <a:gd name="connsiteX115" fmla="*/ 5733569 w 11269336"/>
              <a:gd name="connsiteY115" fmla="*/ 1940505 h 2323145"/>
              <a:gd name="connsiteX116" fmla="*/ 5730329 w 11269336"/>
              <a:gd name="connsiteY116" fmla="*/ 1937845 h 2323145"/>
              <a:gd name="connsiteX117" fmla="*/ 5724661 w 11269336"/>
              <a:gd name="connsiteY117" fmla="*/ 1937455 h 2323145"/>
              <a:gd name="connsiteX118" fmla="*/ 5710186 w 11269336"/>
              <a:gd name="connsiteY118" fmla="*/ 1941370 h 2323145"/>
              <a:gd name="connsiteX119" fmla="*/ 5704910 w 11269336"/>
              <a:gd name="connsiteY119" fmla="*/ 1943663 h 2323145"/>
              <a:gd name="connsiteX120" fmla="*/ 5696836 w 11269336"/>
              <a:gd name="connsiteY120" fmla="*/ 1945271 h 2323145"/>
              <a:gd name="connsiteX121" fmla="*/ 5696583 w 11269336"/>
              <a:gd name="connsiteY121" fmla="*/ 1945050 h 2323145"/>
              <a:gd name="connsiteX122" fmla="*/ 5689123 w 11269336"/>
              <a:gd name="connsiteY122" fmla="*/ 1947067 h 2323145"/>
              <a:gd name="connsiteX123" fmla="*/ 5653291 w 11269336"/>
              <a:gd name="connsiteY123" fmla="*/ 1960245 h 2323145"/>
              <a:gd name="connsiteX124" fmla="*/ 5599385 w 11269336"/>
              <a:gd name="connsiteY124" fmla="*/ 1945198 h 2323145"/>
              <a:gd name="connsiteX125" fmla="*/ 5578300 w 11269336"/>
              <a:gd name="connsiteY125" fmla="*/ 1944963 h 2323145"/>
              <a:gd name="connsiteX126" fmla="*/ 5566758 w 11269336"/>
              <a:gd name="connsiteY126" fmla="*/ 1943441 h 2323145"/>
              <a:gd name="connsiteX127" fmla="*/ 5565857 w 11269336"/>
              <a:gd name="connsiteY127" fmla="*/ 1942445 h 2323145"/>
              <a:gd name="connsiteX128" fmla="*/ 5531534 w 11269336"/>
              <a:gd name="connsiteY128" fmla="*/ 1955208 h 2323145"/>
              <a:gd name="connsiteX129" fmla="*/ 5526552 w 11269336"/>
              <a:gd name="connsiteY129" fmla="*/ 1954799 h 2323145"/>
              <a:gd name="connsiteX130" fmla="*/ 5504723 w 11269336"/>
              <a:gd name="connsiteY130" fmla="*/ 1965811 h 2323145"/>
              <a:gd name="connsiteX131" fmla="*/ 5493156 w 11269336"/>
              <a:gd name="connsiteY131" fmla="*/ 1970063 h 2323145"/>
              <a:gd name="connsiteX132" fmla="*/ 5490486 w 11269336"/>
              <a:gd name="connsiteY132" fmla="*/ 1974227 h 2323145"/>
              <a:gd name="connsiteX133" fmla="*/ 5473107 w 11269336"/>
              <a:gd name="connsiteY133" fmla="*/ 1979001 h 2323145"/>
              <a:gd name="connsiteX134" fmla="*/ 5470885 w 11269336"/>
              <a:gd name="connsiteY134" fmla="*/ 1978432 h 2323145"/>
              <a:gd name="connsiteX135" fmla="*/ 5457393 w 11269336"/>
              <a:gd name="connsiteY135" fmla="*/ 1986525 h 2323145"/>
              <a:gd name="connsiteX136" fmla="*/ 5447102 w 11269336"/>
              <a:gd name="connsiteY136" fmla="*/ 1998329 h 2323145"/>
              <a:gd name="connsiteX137" fmla="*/ 5159151 w 11269336"/>
              <a:gd name="connsiteY137" fmla="*/ 2029640 h 2323145"/>
              <a:gd name="connsiteX138" fmla="*/ 5041688 w 11269336"/>
              <a:gd name="connsiteY138" fmla="*/ 2022334 h 2323145"/>
              <a:gd name="connsiteX139" fmla="*/ 4860988 w 11269336"/>
              <a:gd name="connsiteY139" fmla="*/ 2135698 h 2323145"/>
              <a:gd name="connsiteX140" fmla="*/ 4807902 w 11269336"/>
              <a:gd name="connsiteY140" fmla="*/ 2138894 h 2323145"/>
              <a:gd name="connsiteX141" fmla="*/ 4765388 w 11269336"/>
              <a:gd name="connsiteY141" fmla="*/ 2162525 h 2323145"/>
              <a:gd name="connsiteX142" fmla="*/ 4745033 w 11269336"/>
              <a:gd name="connsiteY142" fmla="*/ 2158859 h 2323145"/>
              <a:gd name="connsiteX143" fmla="*/ 4741475 w 11269336"/>
              <a:gd name="connsiteY143" fmla="*/ 2157998 h 2323145"/>
              <a:gd name="connsiteX144" fmla="*/ 4728247 w 11269336"/>
              <a:gd name="connsiteY144" fmla="*/ 2159526 h 2323145"/>
              <a:gd name="connsiteX145" fmla="*/ 4723263 w 11269336"/>
              <a:gd name="connsiteY145" fmla="*/ 2153742 h 2323145"/>
              <a:gd name="connsiteX146" fmla="*/ 4702453 w 11269336"/>
              <a:gd name="connsiteY146" fmla="*/ 2151586 h 2323145"/>
              <a:gd name="connsiteX147" fmla="*/ 4678455 w 11269336"/>
              <a:gd name="connsiteY147" fmla="*/ 2156131 h 2323145"/>
              <a:gd name="connsiteX148" fmla="*/ 4593061 w 11269336"/>
              <a:gd name="connsiteY148" fmla="*/ 2171597 h 2323145"/>
              <a:gd name="connsiteX149" fmla="*/ 4579902 w 11269336"/>
              <a:gd name="connsiteY149" fmla="*/ 2177927 h 2323145"/>
              <a:gd name="connsiteX150" fmla="*/ 4533444 w 11269336"/>
              <a:gd name="connsiteY150" fmla="*/ 2181200 h 2323145"/>
              <a:gd name="connsiteX151" fmla="*/ 4492832 w 11269336"/>
              <a:gd name="connsiteY151" fmla="*/ 2188033 h 2323145"/>
              <a:gd name="connsiteX152" fmla="*/ 4467257 w 11269336"/>
              <a:gd name="connsiteY152" fmla="*/ 2196121 h 2323145"/>
              <a:gd name="connsiteX153" fmla="*/ 4459937 w 11269336"/>
              <a:gd name="connsiteY153" fmla="*/ 2195182 h 2323145"/>
              <a:gd name="connsiteX154" fmla="*/ 4433312 w 11269336"/>
              <a:gd name="connsiteY154" fmla="*/ 2199004 h 2323145"/>
              <a:gd name="connsiteX155" fmla="*/ 4420601 w 11269336"/>
              <a:gd name="connsiteY155" fmla="*/ 2205158 h 2323145"/>
              <a:gd name="connsiteX156" fmla="*/ 4405765 w 11269336"/>
              <a:gd name="connsiteY156" fmla="*/ 2199902 h 2323145"/>
              <a:gd name="connsiteX157" fmla="*/ 4401354 w 11269336"/>
              <a:gd name="connsiteY157" fmla="*/ 2194745 h 2323145"/>
              <a:gd name="connsiteX158" fmla="*/ 4383151 w 11269336"/>
              <a:gd name="connsiteY158" fmla="*/ 2201140 h 2323145"/>
              <a:gd name="connsiteX159" fmla="*/ 4366646 w 11269336"/>
              <a:gd name="connsiteY159" fmla="*/ 2198564 h 2323145"/>
              <a:gd name="connsiteX160" fmla="*/ 4354009 w 11269336"/>
              <a:gd name="connsiteY160" fmla="*/ 2204984 h 2323145"/>
              <a:gd name="connsiteX161" fmla="*/ 4348284 w 11269336"/>
              <a:gd name="connsiteY161" fmla="*/ 2205270 h 2323145"/>
              <a:gd name="connsiteX162" fmla="*/ 4333906 w 11269336"/>
              <a:gd name="connsiteY162" fmla="*/ 2205251 h 2323145"/>
              <a:gd name="connsiteX163" fmla="*/ 4308819 w 11269336"/>
              <a:gd name="connsiteY163" fmla="*/ 2203822 h 2323145"/>
              <a:gd name="connsiteX164" fmla="*/ 4301210 w 11269336"/>
              <a:gd name="connsiteY164" fmla="*/ 2204456 h 2323145"/>
              <a:gd name="connsiteX165" fmla="*/ 4283095 w 11269336"/>
              <a:gd name="connsiteY165" fmla="*/ 2198177 h 2323145"/>
              <a:gd name="connsiteX166" fmla="*/ 4250119 w 11269336"/>
              <a:gd name="connsiteY166" fmla="*/ 2196342 h 2323145"/>
              <a:gd name="connsiteX167" fmla="*/ 4189203 w 11269336"/>
              <a:gd name="connsiteY167" fmla="*/ 2178994 h 2323145"/>
              <a:gd name="connsiteX168" fmla="*/ 4154035 w 11269336"/>
              <a:gd name="connsiteY168" fmla="*/ 2171950 h 2323145"/>
              <a:gd name="connsiteX169" fmla="*/ 4129569 w 11269336"/>
              <a:gd name="connsiteY169" fmla="*/ 2163850 h 2323145"/>
              <a:gd name="connsiteX170" fmla="*/ 4061250 w 11269336"/>
              <a:gd name="connsiteY170" fmla="*/ 2159236 h 2323145"/>
              <a:gd name="connsiteX171" fmla="*/ 3945480 w 11269336"/>
              <a:gd name="connsiteY171" fmla="*/ 2158279 h 2323145"/>
              <a:gd name="connsiteX172" fmla="*/ 3921468 w 11269336"/>
              <a:gd name="connsiteY172" fmla="*/ 2156588 h 2323145"/>
              <a:gd name="connsiteX173" fmla="*/ 3903348 w 11269336"/>
              <a:gd name="connsiteY173" fmla="*/ 2149220 h 2323145"/>
              <a:gd name="connsiteX174" fmla="*/ 3901342 w 11269336"/>
              <a:gd name="connsiteY174" fmla="*/ 2142355 h 2323145"/>
              <a:gd name="connsiteX175" fmla="*/ 3888539 w 11269336"/>
              <a:gd name="connsiteY175" fmla="*/ 2140476 h 2323145"/>
              <a:gd name="connsiteX176" fmla="*/ 3885662 w 11269336"/>
              <a:gd name="connsiteY176" fmla="*/ 2138740 h 2323145"/>
              <a:gd name="connsiteX177" fmla="*/ 3868627 w 11269336"/>
              <a:gd name="connsiteY177" fmla="*/ 2130023 h 2323145"/>
              <a:gd name="connsiteX178" fmla="*/ 3819177 w 11269336"/>
              <a:gd name="connsiteY178" fmla="*/ 2142111 h 2323145"/>
              <a:gd name="connsiteX179" fmla="*/ 3769100 w 11269336"/>
              <a:gd name="connsiteY179" fmla="*/ 2131731 h 2323145"/>
              <a:gd name="connsiteX180" fmla="*/ 3562752 w 11269336"/>
              <a:gd name="connsiteY180" fmla="*/ 2131785 h 2323145"/>
              <a:gd name="connsiteX181" fmla="*/ 3541402 w 11269336"/>
              <a:gd name="connsiteY181" fmla="*/ 2106821 h 2323145"/>
              <a:gd name="connsiteX182" fmla="*/ 3365341 w 11269336"/>
              <a:gd name="connsiteY182" fmla="*/ 2077638 h 2323145"/>
              <a:gd name="connsiteX183" fmla="*/ 3170922 w 11269336"/>
              <a:gd name="connsiteY183" fmla="*/ 2115957 h 2323145"/>
              <a:gd name="connsiteX184" fmla="*/ 3156256 w 11269336"/>
              <a:gd name="connsiteY184" fmla="*/ 2124773 h 2323145"/>
              <a:gd name="connsiteX185" fmla="*/ 3140298 w 11269336"/>
              <a:gd name="connsiteY185" fmla="*/ 2129182 h 2323145"/>
              <a:gd name="connsiteX186" fmla="*/ 3138514 w 11269336"/>
              <a:gd name="connsiteY186" fmla="*/ 2128069 h 2323145"/>
              <a:gd name="connsiteX187" fmla="*/ 3120467 w 11269336"/>
              <a:gd name="connsiteY187" fmla="*/ 2128281 h 2323145"/>
              <a:gd name="connsiteX188" fmla="*/ 3116175 w 11269336"/>
              <a:gd name="connsiteY188" fmla="*/ 2131633 h 2323145"/>
              <a:gd name="connsiteX189" fmla="*/ 3103685 w 11269336"/>
              <a:gd name="connsiteY189" fmla="*/ 2132814 h 2323145"/>
              <a:gd name="connsiteX190" fmla="*/ 3078794 w 11269336"/>
              <a:gd name="connsiteY190" fmla="*/ 2137935 h 2323145"/>
              <a:gd name="connsiteX191" fmla="*/ 3074407 w 11269336"/>
              <a:gd name="connsiteY191" fmla="*/ 2136274 h 2323145"/>
              <a:gd name="connsiteX192" fmla="*/ 3037285 w 11269336"/>
              <a:gd name="connsiteY192" fmla="*/ 2139919 h 2323145"/>
              <a:gd name="connsiteX193" fmla="*/ 3036901 w 11269336"/>
              <a:gd name="connsiteY193" fmla="*/ 2138726 h 2323145"/>
              <a:gd name="connsiteX194" fmla="*/ 3026996 w 11269336"/>
              <a:gd name="connsiteY194" fmla="*/ 2134322 h 2323145"/>
              <a:gd name="connsiteX195" fmla="*/ 3007772 w 11269336"/>
              <a:gd name="connsiteY195" fmla="*/ 2128742 h 2323145"/>
              <a:gd name="connsiteX196" fmla="*/ 2965030 w 11269336"/>
              <a:gd name="connsiteY196" fmla="*/ 2100494 h 2323145"/>
              <a:gd name="connsiteX197" fmla="*/ 2926342 w 11269336"/>
              <a:gd name="connsiteY197" fmla="*/ 2104155 h 2323145"/>
              <a:gd name="connsiteX198" fmla="*/ 2918608 w 11269336"/>
              <a:gd name="connsiteY198" fmla="*/ 2104215 h 2323145"/>
              <a:gd name="connsiteX199" fmla="*/ 2918475 w 11269336"/>
              <a:gd name="connsiteY199" fmla="*/ 2103937 h 2323145"/>
              <a:gd name="connsiteX200" fmla="*/ 2910360 w 11269336"/>
              <a:gd name="connsiteY200" fmla="*/ 2103444 h 2323145"/>
              <a:gd name="connsiteX201" fmla="*/ 2904507 w 11269336"/>
              <a:gd name="connsiteY201" fmla="*/ 2104326 h 2323145"/>
              <a:gd name="connsiteX202" fmla="*/ 2889503 w 11269336"/>
              <a:gd name="connsiteY202" fmla="*/ 2104443 h 2323145"/>
              <a:gd name="connsiteX203" fmla="*/ 2884480 w 11269336"/>
              <a:gd name="connsiteY203" fmla="*/ 2102626 h 2323145"/>
              <a:gd name="connsiteX204" fmla="*/ 2882689 w 11269336"/>
              <a:gd name="connsiteY204" fmla="*/ 2099228 h 2323145"/>
              <a:gd name="connsiteX205" fmla="*/ 2881291 w 11269336"/>
              <a:gd name="connsiteY205" fmla="*/ 2099618 h 2323145"/>
              <a:gd name="connsiteX206" fmla="*/ 2853979 w 11269336"/>
              <a:gd name="connsiteY206" fmla="*/ 2090388 h 2323145"/>
              <a:gd name="connsiteX207" fmla="*/ 2791790 w 11269336"/>
              <a:gd name="connsiteY207" fmla="*/ 2080332 h 2323145"/>
              <a:gd name="connsiteX208" fmla="*/ 2755844 w 11269336"/>
              <a:gd name="connsiteY208" fmla="*/ 2078874 h 2323145"/>
              <a:gd name="connsiteX209" fmla="*/ 2657742 w 11269336"/>
              <a:gd name="connsiteY209" fmla="*/ 2070179 h 2323145"/>
              <a:gd name="connsiteX210" fmla="*/ 2559549 w 11269336"/>
              <a:gd name="connsiteY210" fmla="*/ 2057873 h 2323145"/>
              <a:gd name="connsiteX211" fmla="*/ 2512054 w 11269336"/>
              <a:gd name="connsiteY211" fmla="*/ 2031671 h 2323145"/>
              <a:gd name="connsiteX212" fmla="*/ 2506437 w 11269336"/>
              <a:gd name="connsiteY212" fmla="*/ 2030918 h 2323145"/>
              <a:gd name="connsiteX213" fmla="*/ 2491752 w 11269336"/>
              <a:gd name="connsiteY213" fmla="*/ 2033906 h 2323145"/>
              <a:gd name="connsiteX214" fmla="*/ 2486338 w 11269336"/>
              <a:gd name="connsiteY214" fmla="*/ 2035862 h 2323145"/>
              <a:gd name="connsiteX215" fmla="*/ 2478186 w 11269336"/>
              <a:gd name="connsiteY215" fmla="*/ 2036953 h 2323145"/>
              <a:gd name="connsiteX216" fmla="*/ 2477950 w 11269336"/>
              <a:gd name="connsiteY216" fmla="*/ 2036715 h 2323145"/>
              <a:gd name="connsiteX217" fmla="*/ 2470381 w 11269336"/>
              <a:gd name="connsiteY217" fmla="*/ 2038256 h 2323145"/>
              <a:gd name="connsiteX218" fmla="*/ 2433781 w 11269336"/>
              <a:gd name="connsiteY218" fmla="*/ 2049140 h 2323145"/>
              <a:gd name="connsiteX219" fmla="*/ 2381172 w 11269336"/>
              <a:gd name="connsiteY219" fmla="*/ 2030645 h 2323145"/>
              <a:gd name="connsiteX220" fmla="*/ 2360198 w 11269336"/>
              <a:gd name="connsiteY220" fmla="*/ 2029059 h 2323145"/>
              <a:gd name="connsiteX221" fmla="*/ 2348815 w 11269336"/>
              <a:gd name="connsiteY221" fmla="*/ 2026798 h 2323145"/>
              <a:gd name="connsiteX222" fmla="*/ 2347988 w 11269336"/>
              <a:gd name="connsiteY222" fmla="*/ 2025745 h 2323145"/>
              <a:gd name="connsiteX223" fmla="*/ 2312920 w 11269336"/>
              <a:gd name="connsiteY223" fmla="*/ 2036311 h 2323145"/>
              <a:gd name="connsiteX224" fmla="*/ 2307986 w 11269336"/>
              <a:gd name="connsiteY224" fmla="*/ 2035583 h 2323145"/>
              <a:gd name="connsiteX225" fmla="*/ 2285481 w 11269336"/>
              <a:gd name="connsiteY225" fmla="*/ 2045197 h 2323145"/>
              <a:gd name="connsiteX226" fmla="*/ 2273666 w 11269336"/>
              <a:gd name="connsiteY226" fmla="*/ 2048710 h 2323145"/>
              <a:gd name="connsiteX227" fmla="*/ 2270719 w 11269336"/>
              <a:gd name="connsiteY227" fmla="*/ 2052702 h 2323145"/>
              <a:gd name="connsiteX228" fmla="*/ 2253080 w 11269336"/>
              <a:gd name="connsiteY228" fmla="*/ 2056363 h 2323145"/>
              <a:gd name="connsiteX229" fmla="*/ 2250906 w 11269336"/>
              <a:gd name="connsiteY229" fmla="*/ 2055654 h 2323145"/>
              <a:gd name="connsiteX230" fmla="*/ 2236905 w 11269336"/>
              <a:gd name="connsiteY230" fmla="*/ 2062882 h 2323145"/>
              <a:gd name="connsiteX231" fmla="*/ 2225830 w 11269336"/>
              <a:gd name="connsiteY231" fmla="*/ 2074027 h 2323145"/>
              <a:gd name="connsiteX232" fmla="*/ 2073776 w 11269336"/>
              <a:gd name="connsiteY232" fmla="*/ 2089244 h 2323145"/>
              <a:gd name="connsiteX233" fmla="*/ 1948256 w 11269336"/>
              <a:gd name="connsiteY233" fmla="*/ 2146616 h 2323145"/>
              <a:gd name="connsiteX234" fmla="*/ 1865582 w 11269336"/>
              <a:gd name="connsiteY234" fmla="*/ 2153738 h 2323145"/>
              <a:gd name="connsiteX235" fmla="*/ 1835210 w 11269336"/>
              <a:gd name="connsiteY235" fmla="*/ 2134244 h 2323145"/>
              <a:gd name="connsiteX236" fmla="*/ 1632661 w 11269336"/>
              <a:gd name="connsiteY236" fmla="*/ 2173882 h 2323145"/>
              <a:gd name="connsiteX237" fmla="*/ 1579590 w 11269336"/>
              <a:gd name="connsiteY237" fmla="*/ 2173680 h 2323145"/>
              <a:gd name="connsiteX238" fmla="*/ 1535601 w 11269336"/>
              <a:gd name="connsiteY238" fmla="*/ 2194590 h 2323145"/>
              <a:gd name="connsiteX239" fmla="*/ 1515594 w 11269336"/>
              <a:gd name="connsiteY239" fmla="*/ 2189622 h 2323145"/>
              <a:gd name="connsiteX240" fmla="*/ 1512113 w 11269336"/>
              <a:gd name="connsiteY240" fmla="*/ 2188534 h 2323145"/>
              <a:gd name="connsiteX241" fmla="*/ 1498838 w 11269336"/>
              <a:gd name="connsiteY241" fmla="*/ 2189213 h 2323145"/>
              <a:gd name="connsiteX242" fmla="*/ 1494279 w 11269336"/>
              <a:gd name="connsiteY242" fmla="*/ 2183112 h 2323145"/>
              <a:gd name="connsiteX243" fmla="*/ 1473714 w 11269336"/>
              <a:gd name="connsiteY243" fmla="*/ 2179625 h 2323145"/>
              <a:gd name="connsiteX244" fmla="*/ 1449503 w 11269336"/>
              <a:gd name="connsiteY244" fmla="*/ 2182633 h 2323145"/>
              <a:gd name="connsiteX245" fmla="*/ 1266687 w 11269336"/>
              <a:gd name="connsiteY245" fmla="*/ 2212688 h 2323145"/>
              <a:gd name="connsiteX246" fmla="*/ 1239614 w 11269336"/>
              <a:gd name="connsiteY246" fmla="*/ 2209727 h 2323145"/>
              <a:gd name="connsiteX247" fmla="*/ 1202436 w 11269336"/>
              <a:gd name="connsiteY247" fmla="*/ 2209817 h 2323145"/>
              <a:gd name="connsiteX248" fmla="*/ 1136097 w 11269336"/>
              <a:gd name="connsiteY248" fmla="*/ 2205112 h 2323145"/>
              <a:gd name="connsiteX249" fmla="*/ 988232 w 11269336"/>
              <a:gd name="connsiteY249" fmla="*/ 2235635 h 2323145"/>
              <a:gd name="connsiteX250" fmla="*/ 981959 w 11269336"/>
              <a:gd name="connsiteY250" fmla="*/ 2231607 h 2323145"/>
              <a:gd name="connsiteX251" fmla="*/ 938600 w 11269336"/>
              <a:gd name="connsiteY251" fmla="*/ 2238113 h 2323145"/>
              <a:gd name="connsiteX252" fmla="*/ 791788 w 11269336"/>
              <a:gd name="connsiteY252" fmla="*/ 2293224 h 2323145"/>
              <a:gd name="connsiteX253" fmla="*/ 706914 w 11269336"/>
              <a:gd name="connsiteY253" fmla="*/ 2305046 h 2323145"/>
              <a:gd name="connsiteX254" fmla="*/ 675971 w 11269336"/>
              <a:gd name="connsiteY254" fmla="*/ 2304030 h 2323145"/>
              <a:gd name="connsiteX255" fmla="*/ 624180 w 11269336"/>
              <a:gd name="connsiteY255" fmla="*/ 2302650 h 2323145"/>
              <a:gd name="connsiteX256" fmla="*/ 583453 w 11269336"/>
              <a:gd name="connsiteY256" fmla="*/ 2288788 h 2323145"/>
              <a:gd name="connsiteX257" fmla="*/ 540946 w 11269336"/>
              <a:gd name="connsiteY257" fmla="*/ 2292721 h 2323145"/>
              <a:gd name="connsiteX258" fmla="*/ 533680 w 11269336"/>
              <a:gd name="connsiteY258" fmla="*/ 2310233 h 2323145"/>
              <a:gd name="connsiteX259" fmla="*/ 487366 w 11269336"/>
              <a:gd name="connsiteY259" fmla="*/ 2309053 h 2323145"/>
              <a:gd name="connsiteX260" fmla="*/ 416820 w 11269336"/>
              <a:gd name="connsiteY260" fmla="*/ 2305443 h 2323145"/>
              <a:gd name="connsiteX261" fmla="*/ 376805 w 11269336"/>
              <a:gd name="connsiteY261" fmla="*/ 2307647 h 2323145"/>
              <a:gd name="connsiteX262" fmla="*/ 266777 w 11269336"/>
              <a:gd name="connsiteY262" fmla="*/ 2309012 h 2323145"/>
              <a:gd name="connsiteX263" fmla="*/ 156013 w 11269336"/>
              <a:gd name="connsiteY263" fmla="*/ 2306832 h 2323145"/>
              <a:gd name="connsiteX264" fmla="*/ 87258 w 11269336"/>
              <a:gd name="connsiteY264" fmla="*/ 2285511 h 2323145"/>
              <a:gd name="connsiteX265" fmla="*/ 23798 w 11269336"/>
              <a:gd name="connsiteY265" fmla="*/ 2281822 h 2323145"/>
              <a:gd name="connsiteX266" fmla="*/ 0 w 11269336"/>
              <a:gd name="connsiteY266" fmla="*/ 2285369 h 2323145"/>
              <a:gd name="connsiteX267" fmla="*/ 0 w 11269336"/>
              <a:gd name="connsiteY26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742561 w 11269336"/>
              <a:gd name="connsiteY18" fmla="*/ 50043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114263 w 11269336"/>
              <a:gd name="connsiteY21" fmla="*/ 709213 h 2323145"/>
              <a:gd name="connsiteX22" fmla="*/ 9028928 w 11269336"/>
              <a:gd name="connsiteY22" fmla="*/ 745350 h 2323145"/>
              <a:gd name="connsiteX23" fmla="*/ 8977138 w 11269336"/>
              <a:gd name="connsiteY23" fmla="*/ 774970 h 2323145"/>
              <a:gd name="connsiteX24" fmla="*/ 8947030 w 11269336"/>
              <a:gd name="connsiteY24" fmla="*/ 814934 h 2323145"/>
              <a:gd name="connsiteX25" fmla="*/ 8914746 w 11269336"/>
              <a:gd name="connsiteY25" fmla="*/ 826428 h 2323145"/>
              <a:gd name="connsiteX26" fmla="*/ 8917778 w 11269336"/>
              <a:gd name="connsiteY26" fmla="*/ 835198 h 2323145"/>
              <a:gd name="connsiteX27" fmla="*/ 8905560 w 11269336"/>
              <a:gd name="connsiteY27" fmla="*/ 838358 h 2323145"/>
              <a:gd name="connsiteX28" fmla="*/ 8897564 w 11269336"/>
              <a:gd name="connsiteY28" fmla="*/ 834287 h 2323145"/>
              <a:gd name="connsiteX29" fmla="*/ 8878040 w 11269336"/>
              <a:gd name="connsiteY29" fmla="*/ 844150 h 2323145"/>
              <a:gd name="connsiteX30" fmla="*/ 8882654 w 11269336"/>
              <a:gd name="connsiteY30" fmla="*/ 892768 h 2323145"/>
              <a:gd name="connsiteX31" fmla="*/ 8795998 w 11269336"/>
              <a:gd name="connsiteY31" fmla="*/ 863337 h 2323145"/>
              <a:gd name="connsiteX32" fmla="*/ 8776970 w 11269336"/>
              <a:gd name="connsiteY32" fmla="*/ 885177 h 2323145"/>
              <a:gd name="connsiteX33" fmla="*/ 8755719 w 11269336"/>
              <a:gd name="connsiteY33" fmla="*/ 889754 h 2323145"/>
              <a:gd name="connsiteX34" fmla="*/ 8743257 w 11269336"/>
              <a:gd name="connsiteY34" fmla="*/ 904723 h 2323145"/>
              <a:gd name="connsiteX35" fmla="*/ 8721366 w 11269336"/>
              <a:gd name="connsiteY35" fmla="*/ 904711 h 2323145"/>
              <a:gd name="connsiteX36" fmla="*/ 8678353 w 11269336"/>
              <a:gd name="connsiteY36" fmla="*/ 926318 h 2323145"/>
              <a:gd name="connsiteX37" fmla="*/ 8636849 w 11269336"/>
              <a:gd name="connsiteY37" fmla="*/ 937900 h 2323145"/>
              <a:gd name="connsiteX38" fmla="*/ 8620213 w 11269336"/>
              <a:gd name="connsiteY38" fmla="*/ 943068 h 2323145"/>
              <a:gd name="connsiteX39" fmla="*/ 8612581 w 11269336"/>
              <a:gd name="connsiteY39" fmla="*/ 952695 h 2323145"/>
              <a:gd name="connsiteX40" fmla="*/ 8589038 w 11269336"/>
              <a:gd name="connsiteY40" fmla="*/ 963892 h 2323145"/>
              <a:gd name="connsiteX41" fmla="*/ 8579950 w 11269336"/>
              <a:gd name="connsiteY41" fmla="*/ 960899 h 2323145"/>
              <a:gd name="connsiteX42" fmla="*/ 8579319 w 11269336"/>
              <a:gd name="connsiteY42" fmla="*/ 965630 h 2323145"/>
              <a:gd name="connsiteX43" fmla="*/ 8547429 w 11269336"/>
              <a:gd name="connsiteY43" fmla="*/ 984506 h 2323145"/>
              <a:gd name="connsiteX44" fmla="*/ 8478704 w 11269336"/>
              <a:gd name="connsiteY44" fmla="*/ 1025490 h 2323145"/>
              <a:gd name="connsiteX45" fmla="*/ 8461421 w 11269336"/>
              <a:gd name="connsiteY45" fmla="*/ 1035512 h 2323145"/>
              <a:gd name="connsiteX46" fmla="*/ 8445003 w 11269336"/>
              <a:gd name="connsiteY46" fmla="*/ 1036851 h 2323145"/>
              <a:gd name="connsiteX47" fmla="*/ 8357350 w 11269336"/>
              <a:gd name="connsiteY47" fmla="*/ 1060213 h 2323145"/>
              <a:gd name="connsiteX48" fmla="*/ 8335565 w 11269336"/>
              <a:gd name="connsiteY48" fmla="*/ 1061151 h 2323145"/>
              <a:gd name="connsiteX49" fmla="*/ 8325267 w 11269336"/>
              <a:gd name="connsiteY49" fmla="*/ 1055919 h 2323145"/>
              <a:gd name="connsiteX50" fmla="*/ 8293586 w 11269336"/>
              <a:gd name="connsiteY50" fmla="*/ 1076144 h 2323145"/>
              <a:gd name="connsiteX51" fmla="*/ 8242405 w 11269336"/>
              <a:gd name="connsiteY51" fmla="*/ 1095960 h 2323145"/>
              <a:gd name="connsiteX52" fmla="*/ 8197391 w 11269336"/>
              <a:gd name="connsiteY52" fmla="*/ 1107746 h 2323145"/>
              <a:gd name="connsiteX53" fmla="*/ 8081474 w 11269336"/>
              <a:gd name="connsiteY53" fmla="*/ 1130125 h 2323145"/>
              <a:gd name="connsiteX54" fmla="*/ 8053585 w 11269336"/>
              <a:gd name="connsiteY54" fmla="*/ 1129169 h 2323145"/>
              <a:gd name="connsiteX55" fmla="*/ 8038422 w 11269336"/>
              <a:gd name="connsiteY55" fmla="*/ 1119092 h 2323145"/>
              <a:gd name="connsiteX56" fmla="*/ 8029450 w 11269336"/>
              <a:gd name="connsiteY56" fmla="*/ 1125592 h 2323145"/>
              <a:gd name="connsiteX57" fmla="*/ 7959552 w 11269336"/>
              <a:gd name="connsiteY57" fmla="*/ 1140188 h 2323145"/>
              <a:gd name="connsiteX58" fmla="*/ 7914188 w 11269336"/>
              <a:gd name="connsiteY58" fmla="*/ 1150862 h 2323145"/>
              <a:gd name="connsiteX59" fmla="*/ 7914918 w 11269336"/>
              <a:gd name="connsiteY59" fmla="*/ 1168758 h 2323145"/>
              <a:gd name="connsiteX60" fmla="*/ 7875510 w 11269336"/>
              <a:gd name="connsiteY60" fmla="*/ 1183153 h 2323145"/>
              <a:gd name="connsiteX61" fmla="*/ 7829932 w 11269336"/>
              <a:gd name="connsiteY61" fmla="*/ 1180782 h 2323145"/>
              <a:gd name="connsiteX62" fmla="*/ 7779182 w 11269336"/>
              <a:gd name="connsiteY62" fmla="*/ 1192665 h 2323145"/>
              <a:gd name="connsiteX63" fmla="*/ 7748774 w 11269336"/>
              <a:gd name="connsiteY63" fmla="*/ 1199586 h 2323145"/>
              <a:gd name="connsiteX64" fmla="*/ 7671846 w 11269336"/>
              <a:gd name="connsiteY64" fmla="*/ 1231966 h 2323145"/>
              <a:gd name="connsiteX65" fmla="*/ 7554146 w 11269336"/>
              <a:gd name="connsiteY65" fmla="*/ 1319748 h 2323145"/>
              <a:gd name="connsiteX66" fmla="*/ 7515052 w 11269336"/>
              <a:gd name="connsiteY66" fmla="*/ 1336718 h 2323145"/>
              <a:gd name="connsiteX67" fmla="*/ 7507193 w 11269336"/>
              <a:gd name="connsiteY67" fmla="*/ 1334617 h 2323145"/>
              <a:gd name="connsiteX68" fmla="*/ 7461694 w 11269336"/>
              <a:gd name="connsiteY68" fmla="*/ 1375866 h 2323145"/>
              <a:gd name="connsiteX69" fmla="*/ 7377571 w 11269336"/>
              <a:gd name="connsiteY69" fmla="*/ 1400128 h 2323145"/>
              <a:gd name="connsiteX70" fmla="*/ 7311261 w 11269336"/>
              <a:gd name="connsiteY70" fmla="*/ 1412652 h 2323145"/>
              <a:gd name="connsiteX71" fmla="*/ 7275307 w 11269336"/>
              <a:gd name="connsiteY71" fmla="*/ 1422171 h 2323145"/>
              <a:gd name="connsiteX72" fmla="*/ 7247783 w 11269336"/>
              <a:gd name="connsiteY72" fmla="*/ 1426330 h 2323145"/>
              <a:gd name="connsiteX73" fmla="*/ 7185047 w 11269336"/>
              <a:gd name="connsiteY73" fmla="*/ 1451812 h 2323145"/>
              <a:gd name="connsiteX74" fmla="*/ 7084117 w 11269336"/>
              <a:gd name="connsiteY74" fmla="*/ 1500281 h 2323145"/>
              <a:gd name="connsiteX75" fmla="*/ 7062011 w 11269336"/>
              <a:gd name="connsiteY75" fmla="*/ 1509183 h 2323145"/>
              <a:gd name="connsiteX76" fmla="*/ 7040555 w 11269336"/>
              <a:gd name="connsiteY76" fmla="*/ 1511207 h 2323145"/>
              <a:gd name="connsiteX77" fmla="*/ 7033438 w 11269336"/>
              <a:gd name="connsiteY77" fmla="*/ 1506772 h 2323145"/>
              <a:gd name="connsiteX78" fmla="*/ 7020886 w 11269336"/>
              <a:gd name="connsiteY78" fmla="*/ 1510764 h 2323145"/>
              <a:gd name="connsiteX79" fmla="*/ 7017033 w 11269336"/>
              <a:gd name="connsiteY79" fmla="*/ 1510650 h 2323145"/>
              <a:gd name="connsiteX80" fmla="*/ 6995460 w 11269336"/>
              <a:gd name="connsiteY80" fmla="*/ 1511173 h 2323145"/>
              <a:gd name="connsiteX81" fmla="*/ 6962144 w 11269336"/>
              <a:gd name="connsiteY81" fmla="*/ 1541508 h 2323145"/>
              <a:gd name="connsiteX82" fmla="*/ 6910674 w 11269336"/>
              <a:gd name="connsiteY82" fmla="*/ 1554793 h 2323145"/>
              <a:gd name="connsiteX83" fmla="*/ 6732152 w 11269336"/>
              <a:gd name="connsiteY83" fmla="*/ 1642538 h 2323145"/>
              <a:gd name="connsiteX84" fmla="*/ 6694106 w 11269336"/>
              <a:gd name="connsiteY84" fmla="*/ 1632377 h 2323145"/>
              <a:gd name="connsiteX85" fmla="*/ 6617223 w 11269336"/>
              <a:gd name="connsiteY85" fmla="*/ 1659889 h 2323145"/>
              <a:gd name="connsiteX86" fmla="*/ 6521138 w 11269336"/>
              <a:gd name="connsiteY86" fmla="*/ 1744340 h 2323145"/>
              <a:gd name="connsiteX87" fmla="*/ 6380677 w 11269336"/>
              <a:gd name="connsiteY87" fmla="*/ 1796883 h 2323145"/>
              <a:gd name="connsiteX88" fmla="*/ 6374897 w 11269336"/>
              <a:gd name="connsiteY88" fmla="*/ 1809910 h 2323145"/>
              <a:gd name="connsiteX89" fmla="*/ 6364545 w 11269336"/>
              <a:gd name="connsiteY89" fmla="*/ 1820090 h 2323145"/>
              <a:gd name="connsiteX90" fmla="*/ 6362126 w 11269336"/>
              <a:gd name="connsiteY90" fmla="*/ 1819991 h 2323145"/>
              <a:gd name="connsiteX91" fmla="*/ 6346673 w 11269336"/>
              <a:gd name="connsiteY91" fmla="*/ 1827824 h 2323145"/>
              <a:gd name="connsiteX92" fmla="*/ 6345588 w 11269336"/>
              <a:gd name="connsiteY92" fmla="*/ 1832232 h 2323145"/>
              <a:gd name="connsiteX93" fmla="*/ 6335708 w 11269336"/>
              <a:gd name="connsiteY93" fmla="*/ 1838451 h 2323145"/>
              <a:gd name="connsiteX94" fmla="*/ 6318182 w 11269336"/>
              <a:gd name="connsiteY94" fmla="*/ 1852975 h 2323145"/>
              <a:gd name="connsiteX95" fmla="*/ 6313084 w 11269336"/>
              <a:gd name="connsiteY95" fmla="*/ 1853561 h 2323145"/>
              <a:gd name="connsiteX96" fmla="*/ 6283816 w 11269336"/>
              <a:gd name="connsiteY96" fmla="*/ 1872148 h 2323145"/>
              <a:gd name="connsiteX97" fmla="*/ 6282550 w 11269336"/>
              <a:gd name="connsiteY97" fmla="*/ 1871392 h 2323145"/>
              <a:gd name="connsiteX98" fmla="*/ 6270527 w 11269336"/>
              <a:gd name="connsiteY98" fmla="*/ 1872208 h 2323145"/>
              <a:gd name="connsiteX99" fmla="*/ 6249518 w 11269336"/>
              <a:gd name="connsiteY99" fmla="*/ 1876079 h 2323145"/>
              <a:gd name="connsiteX100" fmla="*/ 6190386 w 11269336"/>
              <a:gd name="connsiteY100" fmla="*/ 1872478 h 2323145"/>
              <a:gd name="connsiteX101" fmla="*/ 6159777 w 11269336"/>
              <a:gd name="connsiteY101" fmla="*/ 1891745 h 2323145"/>
              <a:gd name="connsiteX102" fmla="*/ 6153131 w 11269336"/>
              <a:gd name="connsiteY102" fmla="*/ 1895079 h 2323145"/>
              <a:gd name="connsiteX103" fmla="*/ 6152798 w 11269336"/>
              <a:gd name="connsiteY103" fmla="*/ 1894920 h 2323145"/>
              <a:gd name="connsiteX104" fmla="*/ 6145388 w 11269336"/>
              <a:gd name="connsiteY104" fmla="*/ 1897990 h 2323145"/>
              <a:gd name="connsiteX105" fmla="*/ 6141014 w 11269336"/>
              <a:gd name="connsiteY105" fmla="*/ 1901155 h 2323145"/>
              <a:gd name="connsiteX106" fmla="*/ 6128122 w 11269336"/>
              <a:gd name="connsiteY106" fmla="*/ 1907623 h 2323145"/>
              <a:gd name="connsiteX107" fmla="*/ 6122351 w 11269336"/>
              <a:gd name="connsiteY107" fmla="*/ 1908359 h 2323145"/>
              <a:gd name="connsiteX108" fmla="*/ 6064750 w 11269336"/>
              <a:gd name="connsiteY108" fmla="*/ 1896394 h 2323145"/>
              <a:gd name="connsiteX109" fmla="*/ 5964230 w 11269336"/>
              <a:gd name="connsiteY109" fmla="*/ 1910038 h 2323145"/>
              <a:gd name="connsiteX110" fmla="*/ 5865399 w 11269336"/>
              <a:gd name="connsiteY110" fmla="*/ 1926966 h 2323145"/>
              <a:gd name="connsiteX111" fmla="*/ 5829951 w 11269336"/>
              <a:gd name="connsiteY111" fmla="*/ 1934755 h 2323145"/>
              <a:gd name="connsiteX112" fmla="*/ 5765285 w 11269336"/>
              <a:gd name="connsiteY112" fmla="*/ 1941322 h 2323145"/>
              <a:gd name="connsiteX113" fmla="*/ 5734750 w 11269336"/>
              <a:gd name="connsiteY113" fmla="*/ 1939793 h 2323145"/>
              <a:gd name="connsiteX114" fmla="*/ 5733569 w 11269336"/>
              <a:gd name="connsiteY114" fmla="*/ 1940505 h 2323145"/>
              <a:gd name="connsiteX115" fmla="*/ 5730329 w 11269336"/>
              <a:gd name="connsiteY115" fmla="*/ 1937845 h 2323145"/>
              <a:gd name="connsiteX116" fmla="*/ 5724661 w 11269336"/>
              <a:gd name="connsiteY116" fmla="*/ 1937455 h 2323145"/>
              <a:gd name="connsiteX117" fmla="*/ 5710186 w 11269336"/>
              <a:gd name="connsiteY117" fmla="*/ 1941370 h 2323145"/>
              <a:gd name="connsiteX118" fmla="*/ 5704910 w 11269336"/>
              <a:gd name="connsiteY118" fmla="*/ 1943663 h 2323145"/>
              <a:gd name="connsiteX119" fmla="*/ 5696836 w 11269336"/>
              <a:gd name="connsiteY119" fmla="*/ 1945271 h 2323145"/>
              <a:gd name="connsiteX120" fmla="*/ 5696583 w 11269336"/>
              <a:gd name="connsiteY120" fmla="*/ 1945050 h 2323145"/>
              <a:gd name="connsiteX121" fmla="*/ 5689123 w 11269336"/>
              <a:gd name="connsiteY121" fmla="*/ 1947067 h 2323145"/>
              <a:gd name="connsiteX122" fmla="*/ 5653291 w 11269336"/>
              <a:gd name="connsiteY122" fmla="*/ 1960245 h 2323145"/>
              <a:gd name="connsiteX123" fmla="*/ 5599385 w 11269336"/>
              <a:gd name="connsiteY123" fmla="*/ 1945198 h 2323145"/>
              <a:gd name="connsiteX124" fmla="*/ 5578300 w 11269336"/>
              <a:gd name="connsiteY124" fmla="*/ 1944963 h 2323145"/>
              <a:gd name="connsiteX125" fmla="*/ 5566758 w 11269336"/>
              <a:gd name="connsiteY125" fmla="*/ 1943441 h 2323145"/>
              <a:gd name="connsiteX126" fmla="*/ 5565857 w 11269336"/>
              <a:gd name="connsiteY126" fmla="*/ 1942445 h 2323145"/>
              <a:gd name="connsiteX127" fmla="*/ 5531534 w 11269336"/>
              <a:gd name="connsiteY127" fmla="*/ 1955208 h 2323145"/>
              <a:gd name="connsiteX128" fmla="*/ 5526552 w 11269336"/>
              <a:gd name="connsiteY128" fmla="*/ 1954799 h 2323145"/>
              <a:gd name="connsiteX129" fmla="*/ 5504723 w 11269336"/>
              <a:gd name="connsiteY129" fmla="*/ 1965811 h 2323145"/>
              <a:gd name="connsiteX130" fmla="*/ 5493156 w 11269336"/>
              <a:gd name="connsiteY130" fmla="*/ 1970063 h 2323145"/>
              <a:gd name="connsiteX131" fmla="*/ 5490486 w 11269336"/>
              <a:gd name="connsiteY131" fmla="*/ 1974227 h 2323145"/>
              <a:gd name="connsiteX132" fmla="*/ 5473107 w 11269336"/>
              <a:gd name="connsiteY132" fmla="*/ 1979001 h 2323145"/>
              <a:gd name="connsiteX133" fmla="*/ 5470885 w 11269336"/>
              <a:gd name="connsiteY133" fmla="*/ 1978432 h 2323145"/>
              <a:gd name="connsiteX134" fmla="*/ 5457393 w 11269336"/>
              <a:gd name="connsiteY134" fmla="*/ 1986525 h 2323145"/>
              <a:gd name="connsiteX135" fmla="*/ 5447102 w 11269336"/>
              <a:gd name="connsiteY135" fmla="*/ 1998329 h 2323145"/>
              <a:gd name="connsiteX136" fmla="*/ 5159151 w 11269336"/>
              <a:gd name="connsiteY136" fmla="*/ 2029640 h 2323145"/>
              <a:gd name="connsiteX137" fmla="*/ 5041688 w 11269336"/>
              <a:gd name="connsiteY137" fmla="*/ 2022334 h 2323145"/>
              <a:gd name="connsiteX138" fmla="*/ 4860988 w 11269336"/>
              <a:gd name="connsiteY138" fmla="*/ 2135698 h 2323145"/>
              <a:gd name="connsiteX139" fmla="*/ 4807902 w 11269336"/>
              <a:gd name="connsiteY139" fmla="*/ 2138894 h 2323145"/>
              <a:gd name="connsiteX140" fmla="*/ 4765388 w 11269336"/>
              <a:gd name="connsiteY140" fmla="*/ 2162525 h 2323145"/>
              <a:gd name="connsiteX141" fmla="*/ 4745033 w 11269336"/>
              <a:gd name="connsiteY141" fmla="*/ 2158859 h 2323145"/>
              <a:gd name="connsiteX142" fmla="*/ 4741475 w 11269336"/>
              <a:gd name="connsiteY142" fmla="*/ 2157998 h 2323145"/>
              <a:gd name="connsiteX143" fmla="*/ 4728247 w 11269336"/>
              <a:gd name="connsiteY143" fmla="*/ 2159526 h 2323145"/>
              <a:gd name="connsiteX144" fmla="*/ 4723263 w 11269336"/>
              <a:gd name="connsiteY144" fmla="*/ 2153742 h 2323145"/>
              <a:gd name="connsiteX145" fmla="*/ 4702453 w 11269336"/>
              <a:gd name="connsiteY145" fmla="*/ 2151586 h 2323145"/>
              <a:gd name="connsiteX146" fmla="*/ 4678455 w 11269336"/>
              <a:gd name="connsiteY146" fmla="*/ 2156131 h 2323145"/>
              <a:gd name="connsiteX147" fmla="*/ 4593061 w 11269336"/>
              <a:gd name="connsiteY147" fmla="*/ 2171597 h 2323145"/>
              <a:gd name="connsiteX148" fmla="*/ 4579902 w 11269336"/>
              <a:gd name="connsiteY148" fmla="*/ 2177927 h 2323145"/>
              <a:gd name="connsiteX149" fmla="*/ 4533444 w 11269336"/>
              <a:gd name="connsiteY149" fmla="*/ 2181200 h 2323145"/>
              <a:gd name="connsiteX150" fmla="*/ 4492832 w 11269336"/>
              <a:gd name="connsiteY150" fmla="*/ 2188033 h 2323145"/>
              <a:gd name="connsiteX151" fmla="*/ 4467257 w 11269336"/>
              <a:gd name="connsiteY151" fmla="*/ 2196121 h 2323145"/>
              <a:gd name="connsiteX152" fmla="*/ 4459937 w 11269336"/>
              <a:gd name="connsiteY152" fmla="*/ 2195182 h 2323145"/>
              <a:gd name="connsiteX153" fmla="*/ 4433312 w 11269336"/>
              <a:gd name="connsiteY153" fmla="*/ 2199004 h 2323145"/>
              <a:gd name="connsiteX154" fmla="*/ 4420601 w 11269336"/>
              <a:gd name="connsiteY154" fmla="*/ 2205158 h 2323145"/>
              <a:gd name="connsiteX155" fmla="*/ 4405765 w 11269336"/>
              <a:gd name="connsiteY155" fmla="*/ 2199902 h 2323145"/>
              <a:gd name="connsiteX156" fmla="*/ 4401354 w 11269336"/>
              <a:gd name="connsiteY156" fmla="*/ 2194745 h 2323145"/>
              <a:gd name="connsiteX157" fmla="*/ 4383151 w 11269336"/>
              <a:gd name="connsiteY157" fmla="*/ 2201140 h 2323145"/>
              <a:gd name="connsiteX158" fmla="*/ 4366646 w 11269336"/>
              <a:gd name="connsiteY158" fmla="*/ 2198564 h 2323145"/>
              <a:gd name="connsiteX159" fmla="*/ 4354009 w 11269336"/>
              <a:gd name="connsiteY159" fmla="*/ 2204984 h 2323145"/>
              <a:gd name="connsiteX160" fmla="*/ 4348284 w 11269336"/>
              <a:gd name="connsiteY160" fmla="*/ 2205270 h 2323145"/>
              <a:gd name="connsiteX161" fmla="*/ 4333906 w 11269336"/>
              <a:gd name="connsiteY161" fmla="*/ 2205251 h 2323145"/>
              <a:gd name="connsiteX162" fmla="*/ 4308819 w 11269336"/>
              <a:gd name="connsiteY162" fmla="*/ 2203822 h 2323145"/>
              <a:gd name="connsiteX163" fmla="*/ 4301210 w 11269336"/>
              <a:gd name="connsiteY163" fmla="*/ 2204456 h 2323145"/>
              <a:gd name="connsiteX164" fmla="*/ 4283095 w 11269336"/>
              <a:gd name="connsiteY164" fmla="*/ 2198177 h 2323145"/>
              <a:gd name="connsiteX165" fmla="*/ 4250119 w 11269336"/>
              <a:gd name="connsiteY165" fmla="*/ 2196342 h 2323145"/>
              <a:gd name="connsiteX166" fmla="*/ 4189203 w 11269336"/>
              <a:gd name="connsiteY166" fmla="*/ 2178994 h 2323145"/>
              <a:gd name="connsiteX167" fmla="*/ 4154035 w 11269336"/>
              <a:gd name="connsiteY167" fmla="*/ 2171950 h 2323145"/>
              <a:gd name="connsiteX168" fmla="*/ 4129569 w 11269336"/>
              <a:gd name="connsiteY168" fmla="*/ 2163850 h 2323145"/>
              <a:gd name="connsiteX169" fmla="*/ 4061250 w 11269336"/>
              <a:gd name="connsiteY169" fmla="*/ 2159236 h 2323145"/>
              <a:gd name="connsiteX170" fmla="*/ 3945480 w 11269336"/>
              <a:gd name="connsiteY170" fmla="*/ 2158279 h 2323145"/>
              <a:gd name="connsiteX171" fmla="*/ 3921468 w 11269336"/>
              <a:gd name="connsiteY171" fmla="*/ 2156588 h 2323145"/>
              <a:gd name="connsiteX172" fmla="*/ 3903348 w 11269336"/>
              <a:gd name="connsiteY172" fmla="*/ 2149220 h 2323145"/>
              <a:gd name="connsiteX173" fmla="*/ 3901342 w 11269336"/>
              <a:gd name="connsiteY173" fmla="*/ 2142355 h 2323145"/>
              <a:gd name="connsiteX174" fmla="*/ 3888539 w 11269336"/>
              <a:gd name="connsiteY174" fmla="*/ 2140476 h 2323145"/>
              <a:gd name="connsiteX175" fmla="*/ 3885662 w 11269336"/>
              <a:gd name="connsiteY175" fmla="*/ 2138740 h 2323145"/>
              <a:gd name="connsiteX176" fmla="*/ 3868627 w 11269336"/>
              <a:gd name="connsiteY176" fmla="*/ 2130023 h 2323145"/>
              <a:gd name="connsiteX177" fmla="*/ 3819177 w 11269336"/>
              <a:gd name="connsiteY177" fmla="*/ 2142111 h 2323145"/>
              <a:gd name="connsiteX178" fmla="*/ 3769100 w 11269336"/>
              <a:gd name="connsiteY178" fmla="*/ 2131731 h 2323145"/>
              <a:gd name="connsiteX179" fmla="*/ 3562752 w 11269336"/>
              <a:gd name="connsiteY179" fmla="*/ 2131785 h 2323145"/>
              <a:gd name="connsiteX180" fmla="*/ 3541402 w 11269336"/>
              <a:gd name="connsiteY180" fmla="*/ 2106821 h 2323145"/>
              <a:gd name="connsiteX181" fmla="*/ 3365341 w 11269336"/>
              <a:gd name="connsiteY181" fmla="*/ 2077638 h 2323145"/>
              <a:gd name="connsiteX182" fmla="*/ 3170922 w 11269336"/>
              <a:gd name="connsiteY182" fmla="*/ 2115957 h 2323145"/>
              <a:gd name="connsiteX183" fmla="*/ 3156256 w 11269336"/>
              <a:gd name="connsiteY183" fmla="*/ 2124773 h 2323145"/>
              <a:gd name="connsiteX184" fmla="*/ 3140298 w 11269336"/>
              <a:gd name="connsiteY184" fmla="*/ 2129182 h 2323145"/>
              <a:gd name="connsiteX185" fmla="*/ 3138514 w 11269336"/>
              <a:gd name="connsiteY185" fmla="*/ 2128069 h 2323145"/>
              <a:gd name="connsiteX186" fmla="*/ 3120467 w 11269336"/>
              <a:gd name="connsiteY186" fmla="*/ 2128281 h 2323145"/>
              <a:gd name="connsiteX187" fmla="*/ 3116175 w 11269336"/>
              <a:gd name="connsiteY187" fmla="*/ 2131633 h 2323145"/>
              <a:gd name="connsiteX188" fmla="*/ 3103685 w 11269336"/>
              <a:gd name="connsiteY188" fmla="*/ 2132814 h 2323145"/>
              <a:gd name="connsiteX189" fmla="*/ 3078794 w 11269336"/>
              <a:gd name="connsiteY189" fmla="*/ 2137935 h 2323145"/>
              <a:gd name="connsiteX190" fmla="*/ 3074407 w 11269336"/>
              <a:gd name="connsiteY190" fmla="*/ 2136274 h 2323145"/>
              <a:gd name="connsiteX191" fmla="*/ 3037285 w 11269336"/>
              <a:gd name="connsiteY191" fmla="*/ 2139919 h 2323145"/>
              <a:gd name="connsiteX192" fmla="*/ 3036901 w 11269336"/>
              <a:gd name="connsiteY192" fmla="*/ 2138726 h 2323145"/>
              <a:gd name="connsiteX193" fmla="*/ 3026996 w 11269336"/>
              <a:gd name="connsiteY193" fmla="*/ 2134322 h 2323145"/>
              <a:gd name="connsiteX194" fmla="*/ 3007772 w 11269336"/>
              <a:gd name="connsiteY194" fmla="*/ 2128742 h 2323145"/>
              <a:gd name="connsiteX195" fmla="*/ 2965030 w 11269336"/>
              <a:gd name="connsiteY195" fmla="*/ 2100494 h 2323145"/>
              <a:gd name="connsiteX196" fmla="*/ 2926342 w 11269336"/>
              <a:gd name="connsiteY196" fmla="*/ 2104155 h 2323145"/>
              <a:gd name="connsiteX197" fmla="*/ 2918608 w 11269336"/>
              <a:gd name="connsiteY197" fmla="*/ 2104215 h 2323145"/>
              <a:gd name="connsiteX198" fmla="*/ 2918475 w 11269336"/>
              <a:gd name="connsiteY198" fmla="*/ 2103937 h 2323145"/>
              <a:gd name="connsiteX199" fmla="*/ 2910360 w 11269336"/>
              <a:gd name="connsiteY199" fmla="*/ 2103444 h 2323145"/>
              <a:gd name="connsiteX200" fmla="*/ 2904507 w 11269336"/>
              <a:gd name="connsiteY200" fmla="*/ 2104326 h 2323145"/>
              <a:gd name="connsiteX201" fmla="*/ 2889503 w 11269336"/>
              <a:gd name="connsiteY201" fmla="*/ 2104443 h 2323145"/>
              <a:gd name="connsiteX202" fmla="*/ 2884480 w 11269336"/>
              <a:gd name="connsiteY202" fmla="*/ 2102626 h 2323145"/>
              <a:gd name="connsiteX203" fmla="*/ 2882689 w 11269336"/>
              <a:gd name="connsiteY203" fmla="*/ 2099228 h 2323145"/>
              <a:gd name="connsiteX204" fmla="*/ 2881291 w 11269336"/>
              <a:gd name="connsiteY204" fmla="*/ 2099618 h 2323145"/>
              <a:gd name="connsiteX205" fmla="*/ 2853979 w 11269336"/>
              <a:gd name="connsiteY205" fmla="*/ 2090388 h 2323145"/>
              <a:gd name="connsiteX206" fmla="*/ 2791790 w 11269336"/>
              <a:gd name="connsiteY206" fmla="*/ 2080332 h 2323145"/>
              <a:gd name="connsiteX207" fmla="*/ 2755844 w 11269336"/>
              <a:gd name="connsiteY207" fmla="*/ 2078874 h 2323145"/>
              <a:gd name="connsiteX208" fmla="*/ 2657742 w 11269336"/>
              <a:gd name="connsiteY208" fmla="*/ 2070179 h 2323145"/>
              <a:gd name="connsiteX209" fmla="*/ 2559549 w 11269336"/>
              <a:gd name="connsiteY209" fmla="*/ 2057873 h 2323145"/>
              <a:gd name="connsiteX210" fmla="*/ 2512054 w 11269336"/>
              <a:gd name="connsiteY210" fmla="*/ 2031671 h 2323145"/>
              <a:gd name="connsiteX211" fmla="*/ 2506437 w 11269336"/>
              <a:gd name="connsiteY211" fmla="*/ 2030918 h 2323145"/>
              <a:gd name="connsiteX212" fmla="*/ 2491752 w 11269336"/>
              <a:gd name="connsiteY212" fmla="*/ 2033906 h 2323145"/>
              <a:gd name="connsiteX213" fmla="*/ 2486338 w 11269336"/>
              <a:gd name="connsiteY213" fmla="*/ 2035862 h 2323145"/>
              <a:gd name="connsiteX214" fmla="*/ 2478186 w 11269336"/>
              <a:gd name="connsiteY214" fmla="*/ 2036953 h 2323145"/>
              <a:gd name="connsiteX215" fmla="*/ 2477950 w 11269336"/>
              <a:gd name="connsiteY215" fmla="*/ 2036715 h 2323145"/>
              <a:gd name="connsiteX216" fmla="*/ 2470381 w 11269336"/>
              <a:gd name="connsiteY216" fmla="*/ 2038256 h 2323145"/>
              <a:gd name="connsiteX217" fmla="*/ 2433781 w 11269336"/>
              <a:gd name="connsiteY217" fmla="*/ 2049140 h 2323145"/>
              <a:gd name="connsiteX218" fmla="*/ 2381172 w 11269336"/>
              <a:gd name="connsiteY218" fmla="*/ 2030645 h 2323145"/>
              <a:gd name="connsiteX219" fmla="*/ 2360198 w 11269336"/>
              <a:gd name="connsiteY219" fmla="*/ 2029059 h 2323145"/>
              <a:gd name="connsiteX220" fmla="*/ 2348815 w 11269336"/>
              <a:gd name="connsiteY220" fmla="*/ 2026798 h 2323145"/>
              <a:gd name="connsiteX221" fmla="*/ 2347988 w 11269336"/>
              <a:gd name="connsiteY221" fmla="*/ 2025745 h 2323145"/>
              <a:gd name="connsiteX222" fmla="*/ 2312920 w 11269336"/>
              <a:gd name="connsiteY222" fmla="*/ 2036311 h 2323145"/>
              <a:gd name="connsiteX223" fmla="*/ 2307986 w 11269336"/>
              <a:gd name="connsiteY223" fmla="*/ 2035583 h 2323145"/>
              <a:gd name="connsiteX224" fmla="*/ 2285481 w 11269336"/>
              <a:gd name="connsiteY224" fmla="*/ 2045197 h 2323145"/>
              <a:gd name="connsiteX225" fmla="*/ 2273666 w 11269336"/>
              <a:gd name="connsiteY225" fmla="*/ 2048710 h 2323145"/>
              <a:gd name="connsiteX226" fmla="*/ 2270719 w 11269336"/>
              <a:gd name="connsiteY226" fmla="*/ 2052702 h 2323145"/>
              <a:gd name="connsiteX227" fmla="*/ 2253080 w 11269336"/>
              <a:gd name="connsiteY227" fmla="*/ 2056363 h 2323145"/>
              <a:gd name="connsiteX228" fmla="*/ 2250906 w 11269336"/>
              <a:gd name="connsiteY228" fmla="*/ 2055654 h 2323145"/>
              <a:gd name="connsiteX229" fmla="*/ 2236905 w 11269336"/>
              <a:gd name="connsiteY229" fmla="*/ 2062882 h 2323145"/>
              <a:gd name="connsiteX230" fmla="*/ 2225830 w 11269336"/>
              <a:gd name="connsiteY230" fmla="*/ 2074027 h 2323145"/>
              <a:gd name="connsiteX231" fmla="*/ 2073776 w 11269336"/>
              <a:gd name="connsiteY231" fmla="*/ 2089244 h 2323145"/>
              <a:gd name="connsiteX232" fmla="*/ 1948256 w 11269336"/>
              <a:gd name="connsiteY232" fmla="*/ 2146616 h 2323145"/>
              <a:gd name="connsiteX233" fmla="*/ 1865582 w 11269336"/>
              <a:gd name="connsiteY233" fmla="*/ 2153738 h 2323145"/>
              <a:gd name="connsiteX234" fmla="*/ 1835210 w 11269336"/>
              <a:gd name="connsiteY234" fmla="*/ 2134244 h 2323145"/>
              <a:gd name="connsiteX235" fmla="*/ 1632661 w 11269336"/>
              <a:gd name="connsiteY235" fmla="*/ 2173882 h 2323145"/>
              <a:gd name="connsiteX236" fmla="*/ 1579590 w 11269336"/>
              <a:gd name="connsiteY236" fmla="*/ 2173680 h 2323145"/>
              <a:gd name="connsiteX237" fmla="*/ 1535601 w 11269336"/>
              <a:gd name="connsiteY237" fmla="*/ 2194590 h 2323145"/>
              <a:gd name="connsiteX238" fmla="*/ 1515594 w 11269336"/>
              <a:gd name="connsiteY238" fmla="*/ 2189622 h 2323145"/>
              <a:gd name="connsiteX239" fmla="*/ 1512113 w 11269336"/>
              <a:gd name="connsiteY239" fmla="*/ 2188534 h 2323145"/>
              <a:gd name="connsiteX240" fmla="*/ 1498838 w 11269336"/>
              <a:gd name="connsiteY240" fmla="*/ 2189213 h 2323145"/>
              <a:gd name="connsiteX241" fmla="*/ 1494279 w 11269336"/>
              <a:gd name="connsiteY241" fmla="*/ 2183112 h 2323145"/>
              <a:gd name="connsiteX242" fmla="*/ 1473714 w 11269336"/>
              <a:gd name="connsiteY242" fmla="*/ 2179625 h 2323145"/>
              <a:gd name="connsiteX243" fmla="*/ 1449503 w 11269336"/>
              <a:gd name="connsiteY243" fmla="*/ 2182633 h 2323145"/>
              <a:gd name="connsiteX244" fmla="*/ 1266687 w 11269336"/>
              <a:gd name="connsiteY244" fmla="*/ 2212688 h 2323145"/>
              <a:gd name="connsiteX245" fmla="*/ 1239614 w 11269336"/>
              <a:gd name="connsiteY245" fmla="*/ 2209727 h 2323145"/>
              <a:gd name="connsiteX246" fmla="*/ 1202436 w 11269336"/>
              <a:gd name="connsiteY246" fmla="*/ 2209817 h 2323145"/>
              <a:gd name="connsiteX247" fmla="*/ 1136097 w 11269336"/>
              <a:gd name="connsiteY247" fmla="*/ 2205112 h 2323145"/>
              <a:gd name="connsiteX248" fmla="*/ 988232 w 11269336"/>
              <a:gd name="connsiteY248" fmla="*/ 2235635 h 2323145"/>
              <a:gd name="connsiteX249" fmla="*/ 981959 w 11269336"/>
              <a:gd name="connsiteY249" fmla="*/ 2231607 h 2323145"/>
              <a:gd name="connsiteX250" fmla="*/ 938600 w 11269336"/>
              <a:gd name="connsiteY250" fmla="*/ 2238113 h 2323145"/>
              <a:gd name="connsiteX251" fmla="*/ 791788 w 11269336"/>
              <a:gd name="connsiteY251" fmla="*/ 2293224 h 2323145"/>
              <a:gd name="connsiteX252" fmla="*/ 706914 w 11269336"/>
              <a:gd name="connsiteY252" fmla="*/ 2305046 h 2323145"/>
              <a:gd name="connsiteX253" fmla="*/ 675971 w 11269336"/>
              <a:gd name="connsiteY253" fmla="*/ 2304030 h 2323145"/>
              <a:gd name="connsiteX254" fmla="*/ 624180 w 11269336"/>
              <a:gd name="connsiteY254" fmla="*/ 2302650 h 2323145"/>
              <a:gd name="connsiteX255" fmla="*/ 583453 w 11269336"/>
              <a:gd name="connsiteY255" fmla="*/ 2288788 h 2323145"/>
              <a:gd name="connsiteX256" fmla="*/ 540946 w 11269336"/>
              <a:gd name="connsiteY256" fmla="*/ 2292721 h 2323145"/>
              <a:gd name="connsiteX257" fmla="*/ 533680 w 11269336"/>
              <a:gd name="connsiteY257" fmla="*/ 2310233 h 2323145"/>
              <a:gd name="connsiteX258" fmla="*/ 487366 w 11269336"/>
              <a:gd name="connsiteY258" fmla="*/ 2309053 h 2323145"/>
              <a:gd name="connsiteX259" fmla="*/ 416820 w 11269336"/>
              <a:gd name="connsiteY259" fmla="*/ 2305443 h 2323145"/>
              <a:gd name="connsiteX260" fmla="*/ 376805 w 11269336"/>
              <a:gd name="connsiteY260" fmla="*/ 2307647 h 2323145"/>
              <a:gd name="connsiteX261" fmla="*/ 266777 w 11269336"/>
              <a:gd name="connsiteY261" fmla="*/ 2309012 h 2323145"/>
              <a:gd name="connsiteX262" fmla="*/ 156013 w 11269336"/>
              <a:gd name="connsiteY262" fmla="*/ 2306832 h 2323145"/>
              <a:gd name="connsiteX263" fmla="*/ 87258 w 11269336"/>
              <a:gd name="connsiteY263" fmla="*/ 2285511 h 2323145"/>
              <a:gd name="connsiteX264" fmla="*/ 23798 w 11269336"/>
              <a:gd name="connsiteY264" fmla="*/ 2281822 h 2323145"/>
              <a:gd name="connsiteX265" fmla="*/ 0 w 11269336"/>
              <a:gd name="connsiteY265" fmla="*/ 2285369 h 2323145"/>
              <a:gd name="connsiteX266" fmla="*/ 0 w 11269336"/>
              <a:gd name="connsiteY26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39429 w 11269336"/>
              <a:gd name="connsiteY20" fmla="*/ 696446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028928 w 11269336"/>
              <a:gd name="connsiteY21" fmla="*/ 745350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47030 w 11269336"/>
              <a:gd name="connsiteY23" fmla="*/ 814934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882654 w 11269336"/>
              <a:gd name="connsiteY29" fmla="*/ 892768 h 2323145"/>
              <a:gd name="connsiteX30" fmla="*/ 8795998 w 11269336"/>
              <a:gd name="connsiteY30" fmla="*/ 863337 h 2323145"/>
              <a:gd name="connsiteX31" fmla="*/ 8776970 w 11269336"/>
              <a:gd name="connsiteY31" fmla="*/ 885177 h 2323145"/>
              <a:gd name="connsiteX32" fmla="*/ 8755719 w 11269336"/>
              <a:gd name="connsiteY32" fmla="*/ 889754 h 2323145"/>
              <a:gd name="connsiteX33" fmla="*/ 8743257 w 11269336"/>
              <a:gd name="connsiteY33" fmla="*/ 904723 h 2323145"/>
              <a:gd name="connsiteX34" fmla="*/ 8721366 w 11269336"/>
              <a:gd name="connsiteY34" fmla="*/ 904711 h 2323145"/>
              <a:gd name="connsiteX35" fmla="*/ 8678353 w 11269336"/>
              <a:gd name="connsiteY35" fmla="*/ 926318 h 2323145"/>
              <a:gd name="connsiteX36" fmla="*/ 8636849 w 11269336"/>
              <a:gd name="connsiteY36" fmla="*/ 937900 h 2323145"/>
              <a:gd name="connsiteX37" fmla="*/ 8620213 w 11269336"/>
              <a:gd name="connsiteY37" fmla="*/ 943068 h 2323145"/>
              <a:gd name="connsiteX38" fmla="*/ 8612581 w 11269336"/>
              <a:gd name="connsiteY38" fmla="*/ 952695 h 2323145"/>
              <a:gd name="connsiteX39" fmla="*/ 8589038 w 11269336"/>
              <a:gd name="connsiteY39" fmla="*/ 963892 h 2323145"/>
              <a:gd name="connsiteX40" fmla="*/ 8579950 w 11269336"/>
              <a:gd name="connsiteY40" fmla="*/ 960899 h 2323145"/>
              <a:gd name="connsiteX41" fmla="*/ 8579319 w 11269336"/>
              <a:gd name="connsiteY41" fmla="*/ 965630 h 2323145"/>
              <a:gd name="connsiteX42" fmla="*/ 8547429 w 11269336"/>
              <a:gd name="connsiteY42" fmla="*/ 984506 h 2323145"/>
              <a:gd name="connsiteX43" fmla="*/ 8478704 w 11269336"/>
              <a:gd name="connsiteY43" fmla="*/ 1025490 h 2323145"/>
              <a:gd name="connsiteX44" fmla="*/ 8461421 w 11269336"/>
              <a:gd name="connsiteY44" fmla="*/ 1035512 h 2323145"/>
              <a:gd name="connsiteX45" fmla="*/ 8445003 w 11269336"/>
              <a:gd name="connsiteY45" fmla="*/ 1036851 h 2323145"/>
              <a:gd name="connsiteX46" fmla="*/ 8357350 w 11269336"/>
              <a:gd name="connsiteY46" fmla="*/ 1060213 h 2323145"/>
              <a:gd name="connsiteX47" fmla="*/ 8335565 w 11269336"/>
              <a:gd name="connsiteY47" fmla="*/ 1061151 h 2323145"/>
              <a:gd name="connsiteX48" fmla="*/ 8325267 w 11269336"/>
              <a:gd name="connsiteY48" fmla="*/ 1055919 h 2323145"/>
              <a:gd name="connsiteX49" fmla="*/ 8293586 w 11269336"/>
              <a:gd name="connsiteY49" fmla="*/ 1076144 h 2323145"/>
              <a:gd name="connsiteX50" fmla="*/ 8242405 w 11269336"/>
              <a:gd name="connsiteY50" fmla="*/ 1095960 h 2323145"/>
              <a:gd name="connsiteX51" fmla="*/ 8197391 w 11269336"/>
              <a:gd name="connsiteY51" fmla="*/ 1107746 h 2323145"/>
              <a:gd name="connsiteX52" fmla="*/ 8081474 w 11269336"/>
              <a:gd name="connsiteY52" fmla="*/ 1130125 h 2323145"/>
              <a:gd name="connsiteX53" fmla="*/ 8053585 w 11269336"/>
              <a:gd name="connsiteY53" fmla="*/ 1129169 h 2323145"/>
              <a:gd name="connsiteX54" fmla="*/ 8038422 w 11269336"/>
              <a:gd name="connsiteY54" fmla="*/ 1119092 h 2323145"/>
              <a:gd name="connsiteX55" fmla="*/ 8029450 w 11269336"/>
              <a:gd name="connsiteY55" fmla="*/ 1125592 h 2323145"/>
              <a:gd name="connsiteX56" fmla="*/ 7959552 w 11269336"/>
              <a:gd name="connsiteY56" fmla="*/ 1140188 h 2323145"/>
              <a:gd name="connsiteX57" fmla="*/ 7914188 w 11269336"/>
              <a:gd name="connsiteY57" fmla="*/ 1150862 h 2323145"/>
              <a:gd name="connsiteX58" fmla="*/ 7914918 w 11269336"/>
              <a:gd name="connsiteY58" fmla="*/ 1168758 h 2323145"/>
              <a:gd name="connsiteX59" fmla="*/ 7875510 w 11269336"/>
              <a:gd name="connsiteY59" fmla="*/ 1183153 h 2323145"/>
              <a:gd name="connsiteX60" fmla="*/ 7829932 w 11269336"/>
              <a:gd name="connsiteY60" fmla="*/ 1180782 h 2323145"/>
              <a:gd name="connsiteX61" fmla="*/ 7779182 w 11269336"/>
              <a:gd name="connsiteY61" fmla="*/ 1192665 h 2323145"/>
              <a:gd name="connsiteX62" fmla="*/ 7748774 w 11269336"/>
              <a:gd name="connsiteY62" fmla="*/ 1199586 h 2323145"/>
              <a:gd name="connsiteX63" fmla="*/ 7671846 w 11269336"/>
              <a:gd name="connsiteY63" fmla="*/ 1231966 h 2323145"/>
              <a:gd name="connsiteX64" fmla="*/ 7554146 w 11269336"/>
              <a:gd name="connsiteY64" fmla="*/ 1319748 h 2323145"/>
              <a:gd name="connsiteX65" fmla="*/ 7515052 w 11269336"/>
              <a:gd name="connsiteY65" fmla="*/ 1336718 h 2323145"/>
              <a:gd name="connsiteX66" fmla="*/ 7507193 w 11269336"/>
              <a:gd name="connsiteY66" fmla="*/ 1334617 h 2323145"/>
              <a:gd name="connsiteX67" fmla="*/ 7461694 w 11269336"/>
              <a:gd name="connsiteY67" fmla="*/ 1375866 h 2323145"/>
              <a:gd name="connsiteX68" fmla="*/ 7377571 w 11269336"/>
              <a:gd name="connsiteY68" fmla="*/ 1400128 h 2323145"/>
              <a:gd name="connsiteX69" fmla="*/ 7311261 w 11269336"/>
              <a:gd name="connsiteY69" fmla="*/ 1412652 h 2323145"/>
              <a:gd name="connsiteX70" fmla="*/ 7275307 w 11269336"/>
              <a:gd name="connsiteY70" fmla="*/ 1422171 h 2323145"/>
              <a:gd name="connsiteX71" fmla="*/ 7247783 w 11269336"/>
              <a:gd name="connsiteY71" fmla="*/ 1426330 h 2323145"/>
              <a:gd name="connsiteX72" fmla="*/ 7185047 w 11269336"/>
              <a:gd name="connsiteY72" fmla="*/ 1451812 h 2323145"/>
              <a:gd name="connsiteX73" fmla="*/ 7084117 w 11269336"/>
              <a:gd name="connsiteY73" fmla="*/ 1500281 h 2323145"/>
              <a:gd name="connsiteX74" fmla="*/ 7062011 w 11269336"/>
              <a:gd name="connsiteY74" fmla="*/ 1509183 h 2323145"/>
              <a:gd name="connsiteX75" fmla="*/ 7040555 w 11269336"/>
              <a:gd name="connsiteY75" fmla="*/ 1511207 h 2323145"/>
              <a:gd name="connsiteX76" fmla="*/ 7033438 w 11269336"/>
              <a:gd name="connsiteY76" fmla="*/ 1506772 h 2323145"/>
              <a:gd name="connsiteX77" fmla="*/ 7020886 w 11269336"/>
              <a:gd name="connsiteY77" fmla="*/ 1510764 h 2323145"/>
              <a:gd name="connsiteX78" fmla="*/ 7017033 w 11269336"/>
              <a:gd name="connsiteY78" fmla="*/ 1510650 h 2323145"/>
              <a:gd name="connsiteX79" fmla="*/ 6995460 w 11269336"/>
              <a:gd name="connsiteY79" fmla="*/ 1511173 h 2323145"/>
              <a:gd name="connsiteX80" fmla="*/ 6962144 w 11269336"/>
              <a:gd name="connsiteY80" fmla="*/ 1541508 h 2323145"/>
              <a:gd name="connsiteX81" fmla="*/ 6910674 w 11269336"/>
              <a:gd name="connsiteY81" fmla="*/ 1554793 h 2323145"/>
              <a:gd name="connsiteX82" fmla="*/ 6732152 w 11269336"/>
              <a:gd name="connsiteY82" fmla="*/ 1642538 h 2323145"/>
              <a:gd name="connsiteX83" fmla="*/ 6694106 w 11269336"/>
              <a:gd name="connsiteY83" fmla="*/ 1632377 h 2323145"/>
              <a:gd name="connsiteX84" fmla="*/ 6617223 w 11269336"/>
              <a:gd name="connsiteY84" fmla="*/ 1659889 h 2323145"/>
              <a:gd name="connsiteX85" fmla="*/ 6521138 w 11269336"/>
              <a:gd name="connsiteY85" fmla="*/ 1744340 h 2323145"/>
              <a:gd name="connsiteX86" fmla="*/ 6380677 w 11269336"/>
              <a:gd name="connsiteY86" fmla="*/ 1796883 h 2323145"/>
              <a:gd name="connsiteX87" fmla="*/ 6374897 w 11269336"/>
              <a:gd name="connsiteY87" fmla="*/ 1809910 h 2323145"/>
              <a:gd name="connsiteX88" fmla="*/ 6364545 w 11269336"/>
              <a:gd name="connsiteY88" fmla="*/ 1820090 h 2323145"/>
              <a:gd name="connsiteX89" fmla="*/ 6362126 w 11269336"/>
              <a:gd name="connsiteY89" fmla="*/ 1819991 h 2323145"/>
              <a:gd name="connsiteX90" fmla="*/ 6346673 w 11269336"/>
              <a:gd name="connsiteY90" fmla="*/ 1827824 h 2323145"/>
              <a:gd name="connsiteX91" fmla="*/ 6345588 w 11269336"/>
              <a:gd name="connsiteY91" fmla="*/ 1832232 h 2323145"/>
              <a:gd name="connsiteX92" fmla="*/ 6335708 w 11269336"/>
              <a:gd name="connsiteY92" fmla="*/ 1838451 h 2323145"/>
              <a:gd name="connsiteX93" fmla="*/ 6318182 w 11269336"/>
              <a:gd name="connsiteY93" fmla="*/ 1852975 h 2323145"/>
              <a:gd name="connsiteX94" fmla="*/ 6313084 w 11269336"/>
              <a:gd name="connsiteY94" fmla="*/ 1853561 h 2323145"/>
              <a:gd name="connsiteX95" fmla="*/ 6283816 w 11269336"/>
              <a:gd name="connsiteY95" fmla="*/ 1872148 h 2323145"/>
              <a:gd name="connsiteX96" fmla="*/ 6282550 w 11269336"/>
              <a:gd name="connsiteY96" fmla="*/ 1871392 h 2323145"/>
              <a:gd name="connsiteX97" fmla="*/ 6270527 w 11269336"/>
              <a:gd name="connsiteY97" fmla="*/ 1872208 h 2323145"/>
              <a:gd name="connsiteX98" fmla="*/ 6249518 w 11269336"/>
              <a:gd name="connsiteY98" fmla="*/ 1876079 h 2323145"/>
              <a:gd name="connsiteX99" fmla="*/ 6190386 w 11269336"/>
              <a:gd name="connsiteY99" fmla="*/ 1872478 h 2323145"/>
              <a:gd name="connsiteX100" fmla="*/ 6159777 w 11269336"/>
              <a:gd name="connsiteY100" fmla="*/ 1891745 h 2323145"/>
              <a:gd name="connsiteX101" fmla="*/ 6153131 w 11269336"/>
              <a:gd name="connsiteY101" fmla="*/ 1895079 h 2323145"/>
              <a:gd name="connsiteX102" fmla="*/ 6152798 w 11269336"/>
              <a:gd name="connsiteY102" fmla="*/ 1894920 h 2323145"/>
              <a:gd name="connsiteX103" fmla="*/ 6145388 w 11269336"/>
              <a:gd name="connsiteY103" fmla="*/ 1897990 h 2323145"/>
              <a:gd name="connsiteX104" fmla="*/ 6141014 w 11269336"/>
              <a:gd name="connsiteY104" fmla="*/ 1901155 h 2323145"/>
              <a:gd name="connsiteX105" fmla="*/ 6128122 w 11269336"/>
              <a:gd name="connsiteY105" fmla="*/ 1907623 h 2323145"/>
              <a:gd name="connsiteX106" fmla="*/ 6122351 w 11269336"/>
              <a:gd name="connsiteY106" fmla="*/ 1908359 h 2323145"/>
              <a:gd name="connsiteX107" fmla="*/ 6064750 w 11269336"/>
              <a:gd name="connsiteY107" fmla="*/ 1896394 h 2323145"/>
              <a:gd name="connsiteX108" fmla="*/ 5964230 w 11269336"/>
              <a:gd name="connsiteY108" fmla="*/ 1910038 h 2323145"/>
              <a:gd name="connsiteX109" fmla="*/ 5865399 w 11269336"/>
              <a:gd name="connsiteY109" fmla="*/ 1926966 h 2323145"/>
              <a:gd name="connsiteX110" fmla="*/ 5829951 w 11269336"/>
              <a:gd name="connsiteY110" fmla="*/ 1934755 h 2323145"/>
              <a:gd name="connsiteX111" fmla="*/ 5765285 w 11269336"/>
              <a:gd name="connsiteY111" fmla="*/ 1941322 h 2323145"/>
              <a:gd name="connsiteX112" fmla="*/ 5734750 w 11269336"/>
              <a:gd name="connsiteY112" fmla="*/ 1939793 h 2323145"/>
              <a:gd name="connsiteX113" fmla="*/ 5733569 w 11269336"/>
              <a:gd name="connsiteY113" fmla="*/ 1940505 h 2323145"/>
              <a:gd name="connsiteX114" fmla="*/ 5730329 w 11269336"/>
              <a:gd name="connsiteY114" fmla="*/ 1937845 h 2323145"/>
              <a:gd name="connsiteX115" fmla="*/ 5724661 w 11269336"/>
              <a:gd name="connsiteY115" fmla="*/ 1937455 h 2323145"/>
              <a:gd name="connsiteX116" fmla="*/ 5710186 w 11269336"/>
              <a:gd name="connsiteY116" fmla="*/ 1941370 h 2323145"/>
              <a:gd name="connsiteX117" fmla="*/ 5704910 w 11269336"/>
              <a:gd name="connsiteY117" fmla="*/ 1943663 h 2323145"/>
              <a:gd name="connsiteX118" fmla="*/ 5696836 w 11269336"/>
              <a:gd name="connsiteY118" fmla="*/ 1945271 h 2323145"/>
              <a:gd name="connsiteX119" fmla="*/ 5696583 w 11269336"/>
              <a:gd name="connsiteY119" fmla="*/ 1945050 h 2323145"/>
              <a:gd name="connsiteX120" fmla="*/ 5689123 w 11269336"/>
              <a:gd name="connsiteY120" fmla="*/ 1947067 h 2323145"/>
              <a:gd name="connsiteX121" fmla="*/ 5653291 w 11269336"/>
              <a:gd name="connsiteY121" fmla="*/ 1960245 h 2323145"/>
              <a:gd name="connsiteX122" fmla="*/ 5599385 w 11269336"/>
              <a:gd name="connsiteY122" fmla="*/ 1945198 h 2323145"/>
              <a:gd name="connsiteX123" fmla="*/ 5578300 w 11269336"/>
              <a:gd name="connsiteY123" fmla="*/ 1944963 h 2323145"/>
              <a:gd name="connsiteX124" fmla="*/ 5566758 w 11269336"/>
              <a:gd name="connsiteY124" fmla="*/ 1943441 h 2323145"/>
              <a:gd name="connsiteX125" fmla="*/ 5565857 w 11269336"/>
              <a:gd name="connsiteY125" fmla="*/ 1942445 h 2323145"/>
              <a:gd name="connsiteX126" fmla="*/ 5531534 w 11269336"/>
              <a:gd name="connsiteY126" fmla="*/ 1955208 h 2323145"/>
              <a:gd name="connsiteX127" fmla="*/ 5526552 w 11269336"/>
              <a:gd name="connsiteY127" fmla="*/ 1954799 h 2323145"/>
              <a:gd name="connsiteX128" fmla="*/ 5504723 w 11269336"/>
              <a:gd name="connsiteY128" fmla="*/ 1965811 h 2323145"/>
              <a:gd name="connsiteX129" fmla="*/ 5493156 w 11269336"/>
              <a:gd name="connsiteY129" fmla="*/ 1970063 h 2323145"/>
              <a:gd name="connsiteX130" fmla="*/ 5490486 w 11269336"/>
              <a:gd name="connsiteY130" fmla="*/ 1974227 h 2323145"/>
              <a:gd name="connsiteX131" fmla="*/ 5473107 w 11269336"/>
              <a:gd name="connsiteY131" fmla="*/ 1979001 h 2323145"/>
              <a:gd name="connsiteX132" fmla="*/ 5470885 w 11269336"/>
              <a:gd name="connsiteY132" fmla="*/ 1978432 h 2323145"/>
              <a:gd name="connsiteX133" fmla="*/ 5457393 w 11269336"/>
              <a:gd name="connsiteY133" fmla="*/ 1986525 h 2323145"/>
              <a:gd name="connsiteX134" fmla="*/ 5447102 w 11269336"/>
              <a:gd name="connsiteY134" fmla="*/ 1998329 h 2323145"/>
              <a:gd name="connsiteX135" fmla="*/ 5159151 w 11269336"/>
              <a:gd name="connsiteY135" fmla="*/ 2029640 h 2323145"/>
              <a:gd name="connsiteX136" fmla="*/ 5041688 w 11269336"/>
              <a:gd name="connsiteY136" fmla="*/ 2022334 h 2323145"/>
              <a:gd name="connsiteX137" fmla="*/ 4860988 w 11269336"/>
              <a:gd name="connsiteY137" fmla="*/ 2135698 h 2323145"/>
              <a:gd name="connsiteX138" fmla="*/ 4807902 w 11269336"/>
              <a:gd name="connsiteY138" fmla="*/ 2138894 h 2323145"/>
              <a:gd name="connsiteX139" fmla="*/ 4765388 w 11269336"/>
              <a:gd name="connsiteY139" fmla="*/ 2162525 h 2323145"/>
              <a:gd name="connsiteX140" fmla="*/ 4745033 w 11269336"/>
              <a:gd name="connsiteY140" fmla="*/ 2158859 h 2323145"/>
              <a:gd name="connsiteX141" fmla="*/ 4741475 w 11269336"/>
              <a:gd name="connsiteY141" fmla="*/ 2157998 h 2323145"/>
              <a:gd name="connsiteX142" fmla="*/ 4728247 w 11269336"/>
              <a:gd name="connsiteY142" fmla="*/ 2159526 h 2323145"/>
              <a:gd name="connsiteX143" fmla="*/ 4723263 w 11269336"/>
              <a:gd name="connsiteY143" fmla="*/ 2153742 h 2323145"/>
              <a:gd name="connsiteX144" fmla="*/ 4702453 w 11269336"/>
              <a:gd name="connsiteY144" fmla="*/ 2151586 h 2323145"/>
              <a:gd name="connsiteX145" fmla="*/ 4678455 w 11269336"/>
              <a:gd name="connsiteY145" fmla="*/ 2156131 h 2323145"/>
              <a:gd name="connsiteX146" fmla="*/ 4593061 w 11269336"/>
              <a:gd name="connsiteY146" fmla="*/ 2171597 h 2323145"/>
              <a:gd name="connsiteX147" fmla="*/ 4579902 w 11269336"/>
              <a:gd name="connsiteY147" fmla="*/ 2177927 h 2323145"/>
              <a:gd name="connsiteX148" fmla="*/ 4533444 w 11269336"/>
              <a:gd name="connsiteY148" fmla="*/ 2181200 h 2323145"/>
              <a:gd name="connsiteX149" fmla="*/ 4492832 w 11269336"/>
              <a:gd name="connsiteY149" fmla="*/ 2188033 h 2323145"/>
              <a:gd name="connsiteX150" fmla="*/ 4467257 w 11269336"/>
              <a:gd name="connsiteY150" fmla="*/ 2196121 h 2323145"/>
              <a:gd name="connsiteX151" fmla="*/ 4459937 w 11269336"/>
              <a:gd name="connsiteY151" fmla="*/ 2195182 h 2323145"/>
              <a:gd name="connsiteX152" fmla="*/ 4433312 w 11269336"/>
              <a:gd name="connsiteY152" fmla="*/ 2199004 h 2323145"/>
              <a:gd name="connsiteX153" fmla="*/ 4420601 w 11269336"/>
              <a:gd name="connsiteY153" fmla="*/ 2205158 h 2323145"/>
              <a:gd name="connsiteX154" fmla="*/ 4405765 w 11269336"/>
              <a:gd name="connsiteY154" fmla="*/ 2199902 h 2323145"/>
              <a:gd name="connsiteX155" fmla="*/ 4401354 w 11269336"/>
              <a:gd name="connsiteY155" fmla="*/ 2194745 h 2323145"/>
              <a:gd name="connsiteX156" fmla="*/ 4383151 w 11269336"/>
              <a:gd name="connsiteY156" fmla="*/ 2201140 h 2323145"/>
              <a:gd name="connsiteX157" fmla="*/ 4366646 w 11269336"/>
              <a:gd name="connsiteY157" fmla="*/ 2198564 h 2323145"/>
              <a:gd name="connsiteX158" fmla="*/ 4354009 w 11269336"/>
              <a:gd name="connsiteY158" fmla="*/ 2204984 h 2323145"/>
              <a:gd name="connsiteX159" fmla="*/ 4348284 w 11269336"/>
              <a:gd name="connsiteY159" fmla="*/ 2205270 h 2323145"/>
              <a:gd name="connsiteX160" fmla="*/ 4333906 w 11269336"/>
              <a:gd name="connsiteY160" fmla="*/ 2205251 h 2323145"/>
              <a:gd name="connsiteX161" fmla="*/ 4308819 w 11269336"/>
              <a:gd name="connsiteY161" fmla="*/ 2203822 h 2323145"/>
              <a:gd name="connsiteX162" fmla="*/ 4301210 w 11269336"/>
              <a:gd name="connsiteY162" fmla="*/ 2204456 h 2323145"/>
              <a:gd name="connsiteX163" fmla="*/ 4283095 w 11269336"/>
              <a:gd name="connsiteY163" fmla="*/ 2198177 h 2323145"/>
              <a:gd name="connsiteX164" fmla="*/ 4250119 w 11269336"/>
              <a:gd name="connsiteY164" fmla="*/ 2196342 h 2323145"/>
              <a:gd name="connsiteX165" fmla="*/ 4189203 w 11269336"/>
              <a:gd name="connsiteY165" fmla="*/ 2178994 h 2323145"/>
              <a:gd name="connsiteX166" fmla="*/ 4154035 w 11269336"/>
              <a:gd name="connsiteY166" fmla="*/ 2171950 h 2323145"/>
              <a:gd name="connsiteX167" fmla="*/ 4129569 w 11269336"/>
              <a:gd name="connsiteY167" fmla="*/ 2163850 h 2323145"/>
              <a:gd name="connsiteX168" fmla="*/ 4061250 w 11269336"/>
              <a:gd name="connsiteY168" fmla="*/ 2159236 h 2323145"/>
              <a:gd name="connsiteX169" fmla="*/ 3945480 w 11269336"/>
              <a:gd name="connsiteY169" fmla="*/ 2158279 h 2323145"/>
              <a:gd name="connsiteX170" fmla="*/ 3921468 w 11269336"/>
              <a:gd name="connsiteY170" fmla="*/ 2156588 h 2323145"/>
              <a:gd name="connsiteX171" fmla="*/ 3903348 w 11269336"/>
              <a:gd name="connsiteY171" fmla="*/ 2149220 h 2323145"/>
              <a:gd name="connsiteX172" fmla="*/ 3901342 w 11269336"/>
              <a:gd name="connsiteY172" fmla="*/ 2142355 h 2323145"/>
              <a:gd name="connsiteX173" fmla="*/ 3888539 w 11269336"/>
              <a:gd name="connsiteY173" fmla="*/ 2140476 h 2323145"/>
              <a:gd name="connsiteX174" fmla="*/ 3885662 w 11269336"/>
              <a:gd name="connsiteY174" fmla="*/ 2138740 h 2323145"/>
              <a:gd name="connsiteX175" fmla="*/ 3868627 w 11269336"/>
              <a:gd name="connsiteY175" fmla="*/ 2130023 h 2323145"/>
              <a:gd name="connsiteX176" fmla="*/ 3819177 w 11269336"/>
              <a:gd name="connsiteY176" fmla="*/ 2142111 h 2323145"/>
              <a:gd name="connsiteX177" fmla="*/ 3769100 w 11269336"/>
              <a:gd name="connsiteY177" fmla="*/ 2131731 h 2323145"/>
              <a:gd name="connsiteX178" fmla="*/ 3562752 w 11269336"/>
              <a:gd name="connsiteY178" fmla="*/ 2131785 h 2323145"/>
              <a:gd name="connsiteX179" fmla="*/ 3541402 w 11269336"/>
              <a:gd name="connsiteY179" fmla="*/ 2106821 h 2323145"/>
              <a:gd name="connsiteX180" fmla="*/ 3365341 w 11269336"/>
              <a:gd name="connsiteY180" fmla="*/ 2077638 h 2323145"/>
              <a:gd name="connsiteX181" fmla="*/ 3170922 w 11269336"/>
              <a:gd name="connsiteY181" fmla="*/ 2115957 h 2323145"/>
              <a:gd name="connsiteX182" fmla="*/ 3156256 w 11269336"/>
              <a:gd name="connsiteY182" fmla="*/ 2124773 h 2323145"/>
              <a:gd name="connsiteX183" fmla="*/ 3140298 w 11269336"/>
              <a:gd name="connsiteY183" fmla="*/ 2129182 h 2323145"/>
              <a:gd name="connsiteX184" fmla="*/ 3138514 w 11269336"/>
              <a:gd name="connsiteY184" fmla="*/ 2128069 h 2323145"/>
              <a:gd name="connsiteX185" fmla="*/ 3120467 w 11269336"/>
              <a:gd name="connsiteY185" fmla="*/ 2128281 h 2323145"/>
              <a:gd name="connsiteX186" fmla="*/ 3116175 w 11269336"/>
              <a:gd name="connsiteY186" fmla="*/ 2131633 h 2323145"/>
              <a:gd name="connsiteX187" fmla="*/ 3103685 w 11269336"/>
              <a:gd name="connsiteY187" fmla="*/ 2132814 h 2323145"/>
              <a:gd name="connsiteX188" fmla="*/ 3078794 w 11269336"/>
              <a:gd name="connsiteY188" fmla="*/ 2137935 h 2323145"/>
              <a:gd name="connsiteX189" fmla="*/ 3074407 w 11269336"/>
              <a:gd name="connsiteY189" fmla="*/ 2136274 h 2323145"/>
              <a:gd name="connsiteX190" fmla="*/ 3037285 w 11269336"/>
              <a:gd name="connsiteY190" fmla="*/ 2139919 h 2323145"/>
              <a:gd name="connsiteX191" fmla="*/ 3036901 w 11269336"/>
              <a:gd name="connsiteY191" fmla="*/ 2138726 h 2323145"/>
              <a:gd name="connsiteX192" fmla="*/ 3026996 w 11269336"/>
              <a:gd name="connsiteY192" fmla="*/ 2134322 h 2323145"/>
              <a:gd name="connsiteX193" fmla="*/ 3007772 w 11269336"/>
              <a:gd name="connsiteY193" fmla="*/ 2128742 h 2323145"/>
              <a:gd name="connsiteX194" fmla="*/ 2965030 w 11269336"/>
              <a:gd name="connsiteY194" fmla="*/ 2100494 h 2323145"/>
              <a:gd name="connsiteX195" fmla="*/ 2926342 w 11269336"/>
              <a:gd name="connsiteY195" fmla="*/ 2104155 h 2323145"/>
              <a:gd name="connsiteX196" fmla="*/ 2918608 w 11269336"/>
              <a:gd name="connsiteY196" fmla="*/ 2104215 h 2323145"/>
              <a:gd name="connsiteX197" fmla="*/ 2918475 w 11269336"/>
              <a:gd name="connsiteY197" fmla="*/ 2103937 h 2323145"/>
              <a:gd name="connsiteX198" fmla="*/ 2910360 w 11269336"/>
              <a:gd name="connsiteY198" fmla="*/ 2103444 h 2323145"/>
              <a:gd name="connsiteX199" fmla="*/ 2904507 w 11269336"/>
              <a:gd name="connsiteY199" fmla="*/ 2104326 h 2323145"/>
              <a:gd name="connsiteX200" fmla="*/ 2889503 w 11269336"/>
              <a:gd name="connsiteY200" fmla="*/ 2104443 h 2323145"/>
              <a:gd name="connsiteX201" fmla="*/ 2884480 w 11269336"/>
              <a:gd name="connsiteY201" fmla="*/ 2102626 h 2323145"/>
              <a:gd name="connsiteX202" fmla="*/ 2882689 w 11269336"/>
              <a:gd name="connsiteY202" fmla="*/ 2099228 h 2323145"/>
              <a:gd name="connsiteX203" fmla="*/ 2881291 w 11269336"/>
              <a:gd name="connsiteY203" fmla="*/ 2099618 h 2323145"/>
              <a:gd name="connsiteX204" fmla="*/ 2853979 w 11269336"/>
              <a:gd name="connsiteY204" fmla="*/ 2090388 h 2323145"/>
              <a:gd name="connsiteX205" fmla="*/ 2791790 w 11269336"/>
              <a:gd name="connsiteY205" fmla="*/ 2080332 h 2323145"/>
              <a:gd name="connsiteX206" fmla="*/ 2755844 w 11269336"/>
              <a:gd name="connsiteY206" fmla="*/ 2078874 h 2323145"/>
              <a:gd name="connsiteX207" fmla="*/ 2657742 w 11269336"/>
              <a:gd name="connsiteY207" fmla="*/ 2070179 h 2323145"/>
              <a:gd name="connsiteX208" fmla="*/ 2559549 w 11269336"/>
              <a:gd name="connsiteY208" fmla="*/ 2057873 h 2323145"/>
              <a:gd name="connsiteX209" fmla="*/ 2512054 w 11269336"/>
              <a:gd name="connsiteY209" fmla="*/ 2031671 h 2323145"/>
              <a:gd name="connsiteX210" fmla="*/ 2506437 w 11269336"/>
              <a:gd name="connsiteY210" fmla="*/ 2030918 h 2323145"/>
              <a:gd name="connsiteX211" fmla="*/ 2491752 w 11269336"/>
              <a:gd name="connsiteY211" fmla="*/ 2033906 h 2323145"/>
              <a:gd name="connsiteX212" fmla="*/ 2486338 w 11269336"/>
              <a:gd name="connsiteY212" fmla="*/ 2035862 h 2323145"/>
              <a:gd name="connsiteX213" fmla="*/ 2478186 w 11269336"/>
              <a:gd name="connsiteY213" fmla="*/ 2036953 h 2323145"/>
              <a:gd name="connsiteX214" fmla="*/ 2477950 w 11269336"/>
              <a:gd name="connsiteY214" fmla="*/ 2036715 h 2323145"/>
              <a:gd name="connsiteX215" fmla="*/ 2470381 w 11269336"/>
              <a:gd name="connsiteY215" fmla="*/ 2038256 h 2323145"/>
              <a:gd name="connsiteX216" fmla="*/ 2433781 w 11269336"/>
              <a:gd name="connsiteY216" fmla="*/ 2049140 h 2323145"/>
              <a:gd name="connsiteX217" fmla="*/ 2381172 w 11269336"/>
              <a:gd name="connsiteY217" fmla="*/ 2030645 h 2323145"/>
              <a:gd name="connsiteX218" fmla="*/ 2360198 w 11269336"/>
              <a:gd name="connsiteY218" fmla="*/ 2029059 h 2323145"/>
              <a:gd name="connsiteX219" fmla="*/ 2348815 w 11269336"/>
              <a:gd name="connsiteY219" fmla="*/ 2026798 h 2323145"/>
              <a:gd name="connsiteX220" fmla="*/ 2347988 w 11269336"/>
              <a:gd name="connsiteY220" fmla="*/ 2025745 h 2323145"/>
              <a:gd name="connsiteX221" fmla="*/ 2312920 w 11269336"/>
              <a:gd name="connsiteY221" fmla="*/ 2036311 h 2323145"/>
              <a:gd name="connsiteX222" fmla="*/ 2307986 w 11269336"/>
              <a:gd name="connsiteY222" fmla="*/ 2035583 h 2323145"/>
              <a:gd name="connsiteX223" fmla="*/ 2285481 w 11269336"/>
              <a:gd name="connsiteY223" fmla="*/ 2045197 h 2323145"/>
              <a:gd name="connsiteX224" fmla="*/ 2273666 w 11269336"/>
              <a:gd name="connsiteY224" fmla="*/ 2048710 h 2323145"/>
              <a:gd name="connsiteX225" fmla="*/ 2270719 w 11269336"/>
              <a:gd name="connsiteY225" fmla="*/ 2052702 h 2323145"/>
              <a:gd name="connsiteX226" fmla="*/ 2253080 w 11269336"/>
              <a:gd name="connsiteY226" fmla="*/ 2056363 h 2323145"/>
              <a:gd name="connsiteX227" fmla="*/ 2250906 w 11269336"/>
              <a:gd name="connsiteY227" fmla="*/ 2055654 h 2323145"/>
              <a:gd name="connsiteX228" fmla="*/ 2236905 w 11269336"/>
              <a:gd name="connsiteY228" fmla="*/ 2062882 h 2323145"/>
              <a:gd name="connsiteX229" fmla="*/ 2225830 w 11269336"/>
              <a:gd name="connsiteY229" fmla="*/ 2074027 h 2323145"/>
              <a:gd name="connsiteX230" fmla="*/ 2073776 w 11269336"/>
              <a:gd name="connsiteY230" fmla="*/ 2089244 h 2323145"/>
              <a:gd name="connsiteX231" fmla="*/ 1948256 w 11269336"/>
              <a:gd name="connsiteY231" fmla="*/ 2146616 h 2323145"/>
              <a:gd name="connsiteX232" fmla="*/ 1865582 w 11269336"/>
              <a:gd name="connsiteY232" fmla="*/ 2153738 h 2323145"/>
              <a:gd name="connsiteX233" fmla="*/ 1835210 w 11269336"/>
              <a:gd name="connsiteY233" fmla="*/ 2134244 h 2323145"/>
              <a:gd name="connsiteX234" fmla="*/ 1632661 w 11269336"/>
              <a:gd name="connsiteY234" fmla="*/ 2173882 h 2323145"/>
              <a:gd name="connsiteX235" fmla="*/ 1579590 w 11269336"/>
              <a:gd name="connsiteY235" fmla="*/ 2173680 h 2323145"/>
              <a:gd name="connsiteX236" fmla="*/ 1535601 w 11269336"/>
              <a:gd name="connsiteY236" fmla="*/ 2194590 h 2323145"/>
              <a:gd name="connsiteX237" fmla="*/ 1515594 w 11269336"/>
              <a:gd name="connsiteY237" fmla="*/ 2189622 h 2323145"/>
              <a:gd name="connsiteX238" fmla="*/ 1512113 w 11269336"/>
              <a:gd name="connsiteY238" fmla="*/ 2188534 h 2323145"/>
              <a:gd name="connsiteX239" fmla="*/ 1498838 w 11269336"/>
              <a:gd name="connsiteY239" fmla="*/ 2189213 h 2323145"/>
              <a:gd name="connsiteX240" fmla="*/ 1494279 w 11269336"/>
              <a:gd name="connsiteY240" fmla="*/ 2183112 h 2323145"/>
              <a:gd name="connsiteX241" fmla="*/ 1473714 w 11269336"/>
              <a:gd name="connsiteY241" fmla="*/ 2179625 h 2323145"/>
              <a:gd name="connsiteX242" fmla="*/ 1449503 w 11269336"/>
              <a:gd name="connsiteY242" fmla="*/ 2182633 h 2323145"/>
              <a:gd name="connsiteX243" fmla="*/ 1266687 w 11269336"/>
              <a:gd name="connsiteY243" fmla="*/ 2212688 h 2323145"/>
              <a:gd name="connsiteX244" fmla="*/ 1239614 w 11269336"/>
              <a:gd name="connsiteY244" fmla="*/ 2209727 h 2323145"/>
              <a:gd name="connsiteX245" fmla="*/ 1202436 w 11269336"/>
              <a:gd name="connsiteY245" fmla="*/ 2209817 h 2323145"/>
              <a:gd name="connsiteX246" fmla="*/ 1136097 w 11269336"/>
              <a:gd name="connsiteY246" fmla="*/ 2205112 h 2323145"/>
              <a:gd name="connsiteX247" fmla="*/ 988232 w 11269336"/>
              <a:gd name="connsiteY247" fmla="*/ 2235635 h 2323145"/>
              <a:gd name="connsiteX248" fmla="*/ 981959 w 11269336"/>
              <a:gd name="connsiteY248" fmla="*/ 2231607 h 2323145"/>
              <a:gd name="connsiteX249" fmla="*/ 938600 w 11269336"/>
              <a:gd name="connsiteY249" fmla="*/ 2238113 h 2323145"/>
              <a:gd name="connsiteX250" fmla="*/ 791788 w 11269336"/>
              <a:gd name="connsiteY250" fmla="*/ 2293224 h 2323145"/>
              <a:gd name="connsiteX251" fmla="*/ 706914 w 11269336"/>
              <a:gd name="connsiteY251" fmla="*/ 2305046 h 2323145"/>
              <a:gd name="connsiteX252" fmla="*/ 675971 w 11269336"/>
              <a:gd name="connsiteY252" fmla="*/ 2304030 h 2323145"/>
              <a:gd name="connsiteX253" fmla="*/ 624180 w 11269336"/>
              <a:gd name="connsiteY253" fmla="*/ 2302650 h 2323145"/>
              <a:gd name="connsiteX254" fmla="*/ 583453 w 11269336"/>
              <a:gd name="connsiteY254" fmla="*/ 2288788 h 2323145"/>
              <a:gd name="connsiteX255" fmla="*/ 540946 w 11269336"/>
              <a:gd name="connsiteY255" fmla="*/ 2292721 h 2323145"/>
              <a:gd name="connsiteX256" fmla="*/ 533680 w 11269336"/>
              <a:gd name="connsiteY256" fmla="*/ 2310233 h 2323145"/>
              <a:gd name="connsiteX257" fmla="*/ 487366 w 11269336"/>
              <a:gd name="connsiteY257" fmla="*/ 2309053 h 2323145"/>
              <a:gd name="connsiteX258" fmla="*/ 416820 w 11269336"/>
              <a:gd name="connsiteY258" fmla="*/ 2305443 h 2323145"/>
              <a:gd name="connsiteX259" fmla="*/ 376805 w 11269336"/>
              <a:gd name="connsiteY259" fmla="*/ 2307647 h 2323145"/>
              <a:gd name="connsiteX260" fmla="*/ 266777 w 11269336"/>
              <a:gd name="connsiteY260" fmla="*/ 2309012 h 2323145"/>
              <a:gd name="connsiteX261" fmla="*/ 156013 w 11269336"/>
              <a:gd name="connsiteY261" fmla="*/ 2306832 h 2323145"/>
              <a:gd name="connsiteX262" fmla="*/ 87258 w 11269336"/>
              <a:gd name="connsiteY262" fmla="*/ 2285511 h 2323145"/>
              <a:gd name="connsiteX263" fmla="*/ 23798 w 11269336"/>
              <a:gd name="connsiteY263" fmla="*/ 2281822 h 2323145"/>
              <a:gd name="connsiteX264" fmla="*/ 0 w 11269336"/>
              <a:gd name="connsiteY264" fmla="*/ 2285369 h 2323145"/>
              <a:gd name="connsiteX265" fmla="*/ 0 w 11269336"/>
              <a:gd name="connsiteY26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9070855 w 11269336"/>
              <a:gd name="connsiteY23" fmla="*/ 794621 h 2323145"/>
              <a:gd name="connsiteX24" fmla="*/ 8914746 w 11269336"/>
              <a:gd name="connsiteY24" fmla="*/ 826428 h 2323145"/>
              <a:gd name="connsiteX25" fmla="*/ 8917778 w 11269336"/>
              <a:gd name="connsiteY25" fmla="*/ 835198 h 2323145"/>
              <a:gd name="connsiteX26" fmla="*/ 8905560 w 11269336"/>
              <a:gd name="connsiteY26" fmla="*/ 838358 h 2323145"/>
              <a:gd name="connsiteX27" fmla="*/ 8897564 w 11269336"/>
              <a:gd name="connsiteY27" fmla="*/ 834287 h 2323145"/>
              <a:gd name="connsiteX28" fmla="*/ 8878040 w 11269336"/>
              <a:gd name="connsiteY28" fmla="*/ 844150 h 2323145"/>
              <a:gd name="connsiteX29" fmla="*/ 8795998 w 11269336"/>
              <a:gd name="connsiteY29" fmla="*/ 863337 h 2323145"/>
              <a:gd name="connsiteX30" fmla="*/ 8776970 w 11269336"/>
              <a:gd name="connsiteY30" fmla="*/ 885177 h 2323145"/>
              <a:gd name="connsiteX31" fmla="*/ 8755719 w 11269336"/>
              <a:gd name="connsiteY31" fmla="*/ 889754 h 2323145"/>
              <a:gd name="connsiteX32" fmla="*/ 8743257 w 11269336"/>
              <a:gd name="connsiteY32" fmla="*/ 904723 h 2323145"/>
              <a:gd name="connsiteX33" fmla="*/ 8721366 w 11269336"/>
              <a:gd name="connsiteY33" fmla="*/ 904711 h 2323145"/>
              <a:gd name="connsiteX34" fmla="*/ 8678353 w 11269336"/>
              <a:gd name="connsiteY34" fmla="*/ 926318 h 2323145"/>
              <a:gd name="connsiteX35" fmla="*/ 8636849 w 11269336"/>
              <a:gd name="connsiteY35" fmla="*/ 937900 h 2323145"/>
              <a:gd name="connsiteX36" fmla="*/ 8620213 w 11269336"/>
              <a:gd name="connsiteY36" fmla="*/ 943068 h 2323145"/>
              <a:gd name="connsiteX37" fmla="*/ 8612581 w 11269336"/>
              <a:gd name="connsiteY37" fmla="*/ 952695 h 2323145"/>
              <a:gd name="connsiteX38" fmla="*/ 8589038 w 11269336"/>
              <a:gd name="connsiteY38" fmla="*/ 963892 h 2323145"/>
              <a:gd name="connsiteX39" fmla="*/ 8579950 w 11269336"/>
              <a:gd name="connsiteY39" fmla="*/ 960899 h 2323145"/>
              <a:gd name="connsiteX40" fmla="*/ 8579319 w 11269336"/>
              <a:gd name="connsiteY40" fmla="*/ 965630 h 2323145"/>
              <a:gd name="connsiteX41" fmla="*/ 8547429 w 11269336"/>
              <a:gd name="connsiteY41" fmla="*/ 984506 h 2323145"/>
              <a:gd name="connsiteX42" fmla="*/ 8478704 w 11269336"/>
              <a:gd name="connsiteY42" fmla="*/ 1025490 h 2323145"/>
              <a:gd name="connsiteX43" fmla="*/ 8461421 w 11269336"/>
              <a:gd name="connsiteY43" fmla="*/ 1035512 h 2323145"/>
              <a:gd name="connsiteX44" fmla="*/ 8445003 w 11269336"/>
              <a:gd name="connsiteY44" fmla="*/ 1036851 h 2323145"/>
              <a:gd name="connsiteX45" fmla="*/ 8357350 w 11269336"/>
              <a:gd name="connsiteY45" fmla="*/ 1060213 h 2323145"/>
              <a:gd name="connsiteX46" fmla="*/ 8335565 w 11269336"/>
              <a:gd name="connsiteY46" fmla="*/ 1061151 h 2323145"/>
              <a:gd name="connsiteX47" fmla="*/ 8325267 w 11269336"/>
              <a:gd name="connsiteY47" fmla="*/ 1055919 h 2323145"/>
              <a:gd name="connsiteX48" fmla="*/ 8293586 w 11269336"/>
              <a:gd name="connsiteY48" fmla="*/ 1076144 h 2323145"/>
              <a:gd name="connsiteX49" fmla="*/ 8242405 w 11269336"/>
              <a:gd name="connsiteY49" fmla="*/ 1095960 h 2323145"/>
              <a:gd name="connsiteX50" fmla="*/ 8197391 w 11269336"/>
              <a:gd name="connsiteY50" fmla="*/ 1107746 h 2323145"/>
              <a:gd name="connsiteX51" fmla="*/ 8081474 w 11269336"/>
              <a:gd name="connsiteY51" fmla="*/ 1130125 h 2323145"/>
              <a:gd name="connsiteX52" fmla="*/ 8053585 w 11269336"/>
              <a:gd name="connsiteY52" fmla="*/ 1129169 h 2323145"/>
              <a:gd name="connsiteX53" fmla="*/ 8038422 w 11269336"/>
              <a:gd name="connsiteY53" fmla="*/ 1119092 h 2323145"/>
              <a:gd name="connsiteX54" fmla="*/ 8029450 w 11269336"/>
              <a:gd name="connsiteY54" fmla="*/ 1125592 h 2323145"/>
              <a:gd name="connsiteX55" fmla="*/ 7959552 w 11269336"/>
              <a:gd name="connsiteY55" fmla="*/ 1140188 h 2323145"/>
              <a:gd name="connsiteX56" fmla="*/ 7914188 w 11269336"/>
              <a:gd name="connsiteY56" fmla="*/ 1150862 h 2323145"/>
              <a:gd name="connsiteX57" fmla="*/ 7914918 w 11269336"/>
              <a:gd name="connsiteY57" fmla="*/ 1168758 h 2323145"/>
              <a:gd name="connsiteX58" fmla="*/ 7875510 w 11269336"/>
              <a:gd name="connsiteY58" fmla="*/ 1183153 h 2323145"/>
              <a:gd name="connsiteX59" fmla="*/ 7829932 w 11269336"/>
              <a:gd name="connsiteY59" fmla="*/ 1180782 h 2323145"/>
              <a:gd name="connsiteX60" fmla="*/ 7779182 w 11269336"/>
              <a:gd name="connsiteY60" fmla="*/ 1192665 h 2323145"/>
              <a:gd name="connsiteX61" fmla="*/ 7748774 w 11269336"/>
              <a:gd name="connsiteY61" fmla="*/ 1199586 h 2323145"/>
              <a:gd name="connsiteX62" fmla="*/ 7671846 w 11269336"/>
              <a:gd name="connsiteY62" fmla="*/ 1231966 h 2323145"/>
              <a:gd name="connsiteX63" fmla="*/ 7554146 w 11269336"/>
              <a:gd name="connsiteY63" fmla="*/ 1319748 h 2323145"/>
              <a:gd name="connsiteX64" fmla="*/ 7515052 w 11269336"/>
              <a:gd name="connsiteY64" fmla="*/ 1336718 h 2323145"/>
              <a:gd name="connsiteX65" fmla="*/ 7507193 w 11269336"/>
              <a:gd name="connsiteY65" fmla="*/ 1334617 h 2323145"/>
              <a:gd name="connsiteX66" fmla="*/ 7461694 w 11269336"/>
              <a:gd name="connsiteY66" fmla="*/ 1375866 h 2323145"/>
              <a:gd name="connsiteX67" fmla="*/ 7377571 w 11269336"/>
              <a:gd name="connsiteY67" fmla="*/ 1400128 h 2323145"/>
              <a:gd name="connsiteX68" fmla="*/ 7311261 w 11269336"/>
              <a:gd name="connsiteY68" fmla="*/ 1412652 h 2323145"/>
              <a:gd name="connsiteX69" fmla="*/ 7275307 w 11269336"/>
              <a:gd name="connsiteY69" fmla="*/ 1422171 h 2323145"/>
              <a:gd name="connsiteX70" fmla="*/ 7247783 w 11269336"/>
              <a:gd name="connsiteY70" fmla="*/ 1426330 h 2323145"/>
              <a:gd name="connsiteX71" fmla="*/ 7185047 w 11269336"/>
              <a:gd name="connsiteY71" fmla="*/ 1451812 h 2323145"/>
              <a:gd name="connsiteX72" fmla="*/ 7084117 w 11269336"/>
              <a:gd name="connsiteY72" fmla="*/ 1500281 h 2323145"/>
              <a:gd name="connsiteX73" fmla="*/ 7062011 w 11269336"/>
              <a:gd name="connsiteY73" fmla="*/ 1509183 h 2323145"/>
              <a:gd name="connsiteX74" fmla="*/ 7040555 w 11269336"/>
              <a:gd name="connsiteY74" fmla="*/ 1511207 h 2323145"/>
              <a:gd name="connsiteX75" fmla="*/ 7033438 w 11269336"/>
              <a:gd name="connsiteY75" fmla="*/ 1506772 h 2323145"/>
              <a:gd name="connsiteX76" fmla="*/ 7020886 w 11269336"/>
              <a:gd name="connsiteY76" fmla="*/ 1510764 h 2323145"/>
              <a:gd name="connsiteX77" fmla="*/ 7017033 w 11269336"/>
              <a:gd name="connsiteY77" fmla="*/ 1510650 h 2323145"/>
              <a:gd name="connsiteX78" fmla="*/ 6995460 w 11269336"/>
              <a:gd name="connsiteY78" fmla="*/ 1511173 h 2323145"/>
              <a:gd name="connsiteX79" fmla="*/ 6962144 w 11269336"/>
              <a:gd name="connsiteY79" fmla="*/ 1541508 h 2323145"/>
              <a:gd name="connsiteX80" fmla="*/ 6910674 w 11269336"/>
              <a:gd name="connsiteY80" fmla="*/ 1554793 h 2323145"/>
              <a:gd name="connsiteX81" fmla="*/ 6732152 w 11269336"/>
              <a:gd name="connsiteY81" fmla="*/ 1642538 h 2323145"/>
              <a:gd name="connsiteX82" fmla="*/ 6694106 w 11269336"/>
              <a:gd name="connsiteY82" fmla="*/ 1632377 h 2323145"/>
              <a:gd name="connsiteX83" fmla="*/ 6617223 w 11269336"/>
              <a:gd name="connsiteY83" fmla="*/ 1659889 h 2323145"/>
              <a:gd name="connsiteX84" fmla="*/ 6521138 w 11269336"/>
              <a:gd name="connsiteY84" fmla="*/ 1744340 h 2323145"/>
              <a:gd name="connsiteX85" fmla="*/ 6380677 w 11269336"/>
              <a:gd name="connsiteY85" fmla="*/ 1796883 h 2323145"/>
              <a:gd name="connsiteX86" fmla="*/ 6374897 w 11269336"/>
              <a:gd name="connsiteY86" fmla="*/ 1809910 h 2323145"/>
              <a:gd name="connsiteX87" fmla="*/ 6364545 w 11269336"/>
              <a:gd name="connsiteY87" fmla="*/ 1820090 h 2323145"/>
              <a:gd name="connsiteX88" fmla="*/ 6362126 w 11269336"/>
              <a:gd name="connsiteY88" fmla="*/ 1819991 h 2323145"/>
              <a:gd name="connsiteX89" fmla="*/ 6346673 w 11269336"/>
              <a:gd name="connsiteY89" fmla="*/ 1827824 h 2323145"/>
              <a:gd name="connsiteX90" fmla="*/ 6345588 w 11269336"/>
              <a:gd name="connsiteY90" fmla="*/ 1832232 h 2323145"/>
              <a:gd name="connsiteX91" fmla="*/ 6335708 w 11269336"/>
              <a:gd name="connsiteY91" fmla="*/ 1838451 h 2323145"/>
              <a:gd name="connsiteX92" fmla="*/ 6318182 w 11269336"/>
              <a:gd name="connsiteY92" fmla="*/ 1852975 h 2323145"/>
              <a:gd name="connsiteX93" fmla="*/ 6313084 w 11269336"/>
              <a:gd name="connsiteY93" fmla="*/ 1853561 h 2323145"/>
              <a:gd name="connsiteX94" fmla="*/ 6283816 w 11269336"/>
              <a:gd name="connsiteY94" fmla="*/ 1872148 h 2323145"/>
              <a:gd name="connsiteX95" fmla="*/ 6282550 w 11269336"/>
              <a:gd name="connsiteY95" fmla="*/ 1871392 h 2323145"/>
              <a:gd name="connsiteX96" fmla="*/ 6270527 w 11269336"/>
              <a:gd name="connsiteY96" fmla="*/ 1872208 h 2323145"/>
              <a:gd name="connsiteX97" fmla="*/ 6249518 w 11269336"/>
              <a:gd name="connsiteY97" fmla="*/ 1876079 h 2323145"/>
              <a:gd name="connsiteX98" fmla="*/ 6190386 w 11269336"/>
              <a:gd name="connsiteY98" fmla="*/ 1872478 h 2323145"/>
              <a:gd name="connsiteX99" fmla="*/ 6159777 w 11269336"/>
              <a:gd name="connsiteY99" fmla="*/ 1891745 h 2323145"/>
              <a:gd name="connsiteX100" fmla="*/ 6153131 w 11269336"/>
              <a:gd name="connsiteY100" fmla="*/ 1895079 h 2323145"/>
              <a:gd name="connsiteX101" fmla="*/ 6152798 w 11269336"/>
              <a:gd name="connsiteY101" fmla="*/ 1894920 h 2323145"/>
              <a:gd name="connsiteX102" fmla="*/ 6145388 w 11269336"/>
              <a:gd name="connsiteY102" fmla="*/ 1897990 h 2323145"/>
              <a:gd name="connsiteX103" fmla="*/ 6141014 w 11269336"/>
              <a:gd name="connsiteY103" fmla="*/ 1901155 h 2323145"/>
              <a:gd name="connsiteX104" fmla="*/ 6128122 w 11269336"/>
              <a:gd name="connsiteY104" fmla="*/ 1907623 h 2323145"/>
              <a:gd name="connsiteX105" fmla="*/ 6122351 w 11269336"/>
              <a:gd name="connsiteY105" fmla="*/ 1908359 h 2323145"/>
              <a:gd name="connsiteX106" fmla="*/ 6064750 w 11269336"/>
              <a:gd name="connsiteY106" fmla="*/ 1896394 h 2323145"/>
              <a:gd name="connsiteX107" fmla="*/ 5964230 w 11269336"/>
              <a:gd name="connsiteY107" fmla="*/ 1910038 h 2323145"/>
              <a:gd name="connsiteX108" fmla="*/ 5865399 w 11269336"/>
              <a:gd name="connsiteY108" fmla="*/ 1926966 h 2323145"/>
              <a:gd name="connsiteX109" fmla="*/ 5829951 w 11269336"/>
              <a:gd name="connsiteY109" fmla="*/ 1934755 h 2323145"/>
              <a:gd name="connsiteX110" fmla="*/ 5765285 w 11269336"/>
              <a:gd name="connsiteY110" fmla="*/ 1941322 h 2323145"/>
              <a:gd name="connsiteX111" fmla="*/ 5734750 w 11269336"/>
              <a:gd name="connsiteY111" fmla="*/ 1939793 h 2323145"/>
              <a:gd name="connsiteX112" fmla="*/ 5733569 w 11269336"/>
              <a:gd name="connsiteY112" fmla="*/ 1940505 h 2323145"/>
              <a:gd name="connsiteX113" fmla="*/ 5730329 w 11269336"/>
              <a:gd name="connsiteY113" fmla="*/ 1937845 h 2323145"/>
              <a:gd name="connsiteX114" fmla="*/ 5724661 w 11269336"/>
              <a:gd name="connsiteY114" fmla="*/ 1937455 h 2323145"/>
              <a:gd name="connsiteX115" fmla="*/ 5710186 w 11269336"/>
              <a:gd name="connsiteY115" fmla="*/ 1941370 h 2323145"/>
              <a:gd name="connsiteX116" fmla="*/ 5704910 w 11269336"/>
              <a:gd name="connsiteY116" fmla="*/ 1943663 h 2323145"/>
              <a:gd name="connsiteX117" fmla="*/ 5696836 w 11269336"/>
              <a:gd name="connsiteY117" fmla="*/ 1945271 h 2323145"/>
              <a:gd name="connsiteX118" fmla="*/ 5696583 w 11269336"/>
              <a:gd name="connsiteY118" fmla="*/ 1945050 h 2323145"/>
              <a:gd name="connsiteX119" fmla="*/ 5689123 w 11269336"/>
              <a:gd name="connsiteY119" fmla="*/ 1947067 h 2323145"/>
              <a:gd name="connsiteX120" fmla="*/ 5653291 w 11269336"/>
              <a:gd name="connsiteY120" fmla="*/ 1960245 h 2323145"/>
              <a:gd name="connsiteX121" fmla="*/ 5599385 w 11269336"/>
              <a:gd name="connsiteY121" fmla="*/ 1945198 h 2323145"/>
              <a:gd name="connsiteX122" fmla="*/ 5578300 w 11269336"/>
              <a:gd name="connsiteY122" fmla="*/ 1944963 h 2323145"/>
              <a:gd name="connsiteX123" fmla="*/ 5566758 w 11269336"/>
              <a:gd name="connsiteY123" fmla="*/ 1943441 h 2323145"/>
              <a:gd name="connsiteX124" fmla="*/ 5565857 w 11269336"/>
              <a:gd name="connsiteY124" fmla="*/ 1942445 h 2323145"/>
              <a:gd name="connsiteX125" fmla="*/ 5531534 w 11269336"/>
              <a:gd name="connsiteY125" fmla="*/ 1955208 h 2323145"/>
              <a:gd name="connsiteX126" fmla="*/ 5526552 w 11269336"/>
              <a:gd name="connsiteY126" fmla="*/ 1954799 h 2323145"/>
              <a:gd name="connsiteX127" fmla="*/ 5504723 w 11269336"/>
              <a:gd name="connsiteY127" fmla="*/ 1965811 h 2323145"/>
              <a:gd name="connsiteX128" fmla="*/ 5493156 w 11269336"/>
              <a:gd name="connsiteY128" fmla="*/ 1970063 h 2323145"/>
              <a:gd name="connsiteX129" fmla="*/ 5490486 w 11269336"/>
              <a:gd name="connsiteY129" fmla="*/ 1974227 h 2323145"/>
              <a:gd name="connsiteX130" fmla="*/ 5473107 w 11269336"/>
              <a:gd name="connsiteY130" fmla="*/ 1979001 h 2323145"/>
              <a:gd name="connsiteX131" fmla="*/ 5470885 w 11269336"/>
              <a:gd name="connsiteY131" fmla="*/ 1978432 h 2323145"/>
              <a:gd name="connsiteX132" fmla="*/ 5457393 w 11269336"/>
              <a:gd name="connsiteY132" fmla="*/ 1986525 h 2323145"/>
              <a:gd name="connsiteX133" fmla="*/ 5447102 w 11269336"/>
              <a:gd name="connsiteY133" fmla="*/ 1998329 h 2323145"/>
              <a:gd name="connsiteX134" fmla="*/ 5159151 w 11269336"/>
              <a:gd name="connsiteY134" fmla="*/ 2029640 h 2323145"/>
              <a:gd name="connsiteX135" fmla="*/ 5041688 w 11269336"/>
              <a:gd name="connsiteY135" fmla="*/ 2022334 h 2323145"/>
              <a:gd name="connsiteX136" fmla="*/ 4860988 w 11269336"/>
              <a:gd name="connsiteY136" fmla="*/ 2135698 h 2323145"/>
              <a:gd name="connsiteX137" fmla="*/ 4807902 w 11269336"/>
              <a:gd name="connsiteY137" fmla="*/ 2138894 h 2323145"/>
              <a:gd name="connsiteX138" fmla="*/ 4765388 w 11269336"/>
              <a:gd name="connsiteY138" fmla="*/ 2162525 h 2323145"/>
              <a:gd name="connsiteX139" fmla="*/ 4745033 w 11269336"/>
              <a:gd name="connsiteY139" fmla="*/ 2158859 h 2323145"/>
              <a:gd name="connsiteX140" fmla="*/ 4741475 w 11269336"/>
              <a:gd name="connsiteY140" fmla="*/ 2157998 h 2323145"/>
              <a:gd name="connsiteX141" fmla="*/ 4728247 w 11269336"/>
              <a:gd name="connsiteY141" fmla="*/ 2159526 h 2323145"/>
              <a:gd name="connsiteX142" fmla="*/ 4723263 w 11269336"/>
              <a:gd name="connsiteY142" fmla="*/ 2153742 h 2323145"/>
              <a:gd name="connsiteX143" fmla="*/ 4702453 w 11269336"/>
              <a:gd name="connsiteY143" fmla="*/ 2151586 h 2323145"/>
              <a:gd name="connsiteX144" fmla="*/ 4678455 w 11269336"/>
              <a:gd name="connsiteY144" fmla="*/ 2156131 h 2323145"/>
              <a:gd name="connsiteX145" fmla="*/ 4593061 w 11269336"/>
              <a:gd name="connsiteY145" fmla="*/ 2171597 h 2323145"/>
              <a:gd name="connsiteX146" fmla="*/ 4579902 w 11269336"/>
              <a:gd name="connsiteY146" fmla="*/ 2177927 h 2323145"/>
              <a:gd name="connsiteX147" fmla="*/ 4533444 w 11269336"/>
              <a:gd name="connsiteY147" fmla="*/ 2181200 h 2323145"/>
              <a:gd name="connsiteX148" fmla="*/ 4492832 w 11269336"/>
              <a:gd name="connsiteY148" fmla="*/ 2188033 h 2323145"/>
              <a:gd name="connsiteX149" fmla="*/ 4467257 w 11269336"/>
              <a:gd name="connsiteY149" fmla="*/ 2196121 h 2323145"/>
              <a:gd name="connsiteX150" fmla="*/ 4459937 w 11269336"/>
              <a:gd name="connsiteY150" fmla="*/ 2195182 h 2323145"/>
              <a:gd name="connsiteX151" fmla="*/ 4433312 w 11269336"/>
              <a:gd name="connsiteY151" fmla="*/ 2199004 h 2323145"/>
              <a:gd name="connsiteX152" fmla="*/ 4420601 w 11269336"/>
              <a:gd name="connsiteY152" fmla="*/ 2205158 h 2323145"/>
              <a:gd name="connsiteX153" fmla="*/ 4405765 w 11269336"/>
              <a:gd name="connsiteY153" fmla="*/ 2199902 h 2323145"/>
              <a:gd name="connsiteX154" fmla="*/ 4401354 w 11269336"/>
              <a:gd name="connsiteY154" fmla="*/ 2194745 h 2323145"/>
              <a:gd name="connsiteX155" fmla="*/ 4383151 w 11269336"/>
              <a:gd name="connsiteY155" fmla="*/ 2201140 h 2323145"/>
              <a:gd name="connsiteX156" fmla="*/ 4366646 w 11269336"/>
              <a:gd name="connsiteY156" fmla="*/ 2198564 h 2323145"/>
              <a:gd name="connsiteX157" fmla="*/ 4354009 w 11269336"/>
              <a:gd name="connsiteY157" fmla="*/ 2204984 h 2323145"/>
              <a:gd name="connsiteX158" fmla="*/ 4348284 w 11269336"/>
              <a:gd name="connsiteY158" fmla="*/ 2205270 h 2323145"/>
              <a:gd name="connsiteX159" fmla="*/ 4333906 w 11269336"/>
              <a:gd name="connsiteY159" fmla="*/ 2205251 h 2323145"/>
              <a:gd name="connsiteX160" fmla="*/ 4308819 w 11269336"/>
              <a:gd name="connsiteY160" fmla="*/ 2203822 h 2323145"/>
              <a:gd name="connsiteX161" fmla="*/ 4301210 w 11269336"/>
              <a:gd name="connsiteY161" fmla="*/ 2204456 h 2323145"/>
              <a:gd name="connsiteX162" fmla="*/ 4283095 w 11269336"/>
              <a:gd name="connsiteY162" fmla="*/ 2198177 h 2323145"/>
              <a:gd name="connsiteX163" fmla="*/ 4250119 w 11269336"/>
              <a:gd name="connsiteY163" fmla="*/ 2196342 h 2323145"/>
              <a:gd name="connsiteX164" fmla="*/ 4189203 w 11269336"/>
              <a:gd name="connsiteY164" fmla="*/ 2178994 h 2323145"/>
              <a:gd name="connsiteX165" fmla="*/ 4154035 w 11269336"/>
              <a:gd name="connsiteY165" fmla="*/ 2171950 h 2323145"/>
              <a:gd name="connsiteX166" fmla="*/ 4129569 w 11269336"/>
              <a:gd name="connsiteY166" fmla="*/ 2163850 h 2323145"/>
              <a:gd name="connsiteX167" fmla="*/ 4061250 w 11269336"/>
              <a:gd name="connsiteY167" fmla="*/ 2159236 h 2323145"/>
              <a:gd name="connsiteX168" fmla="*/ 3945480 w 11269336"/>
              <a:gd name="connsiteY168" fmla="*/ 2158279 h 2323145"/>
              <a:gd name="connsiteX169" fmla="*/ 3921468 w 11269336"/>
              <a:gd name="connsiteY169" fmla="*/ 2156588 h 2323145"/>
              <a:gd name="connsiteX170" fmla="*/ 3903348 w 11269336"/>
              <a:gd name="connsiteY170" fmla="*/ 2149220 h 2323145"/>
              <a:gd name="connsiteX171" fmla="*/ 3901342 w 11269336"/>
              <a:gd name="connsiteY171" fmla="*/ 2142355 h 2323145"/>
              <a:gd name="connsiteX172" fmla="*/ 3888539 w 11269336"/>
              <a:gd name="connsiteY172" fmla="*/ 2140476 h 2323145"/>
              <a:gd name="connsiteX173" fmla="*/ 3885662 w 11269336"/>
              <a:gd name="connsiteY173" fmla="*/ 2138740 h 2323145"/>
              <a:gd name="connsiteX174" fmla="*/ 3868627 w 11269336"/>
              <a:gd name="connsiteY174" fmla="*/ 2130023 h 2323145"/>
              <a:gd name="connsiteX175" fmla="*/ 3819177 w 11269336"/>
              <a:gd name="connsiteY175" fmla="*/ 2142111 h 2323145"/>
              <a:gd name="connsiteX176" fmla="*/ 3769100 w 11269336"/>
              <a:gd name="connsiteY176" fmla="*/ 2131731 h 2323145"/>
              <a:gd name="connsiteX177" fmla="*/ 3562752 w 11269336"/>
              <a:gd name="connsiteY177" fmla="*/ 2131785 h 2323145"/>
              <a:gd name="connsiteX178" fmla="*/ 3541402 w 11269336"/>
              <a:gd name="connsiteY178" fmla="*/ 2106821 h 2323145"/>
              <a:gd name="connsiteX179" fmla="*/ 3365341 w 11269336"/>
              <a:gd name="connsiteY179" fmla="*/ 2077638 h 2323145"/>
              <a:gd name="connsiteX180" fmla="*/ 3170922 w 11269336"/>
              <a:gd name="connsiteY180" fmla="*/ 2115957 h 2323145"/>
              <a:gd name="connsiteX181" fmla="*/ 3156256 w 11269336"/>
              <a:gd name="connsiteY181" fmla="*/ 2124773 h 2323145"/>
              <a:gd name="connsiteX182" fmla="*/ 3140298 w 11269336"/>
              <a:gd name="connsiteY182" fmla="*/ 2129182 h 2323145"/>
              <a:gd name="connsiteX183" fmla="*/ 3138514 w 11269336"/>
              <a:gd name="connsiteY183" fmla="*/ 2128069 h 2323145"/>
              <a:gd name="connsiteX184" fmla="*/ 3120467 w 11269336"/>
              <a:gd name="connsiteY184" fmla="*/ 2128281 h 2323145"/>
              <a:gd name="connsiteX185" fmla="*/ 3116175 w 11269336"/>
              <a:gd name="connsiteY185" fmla="*/ 2131633 h 2323145"/>
              <a:gd name="connsiteX186" fmla="*/ 3103685 w 11269336"/>
              <a:gd name="connsiteY186" fmla="*/ 2132814 h 2323145"/>
              <a:gd name="connsiteX187" fmla="*/ 3078794 w 11269336"/>
              <a:gd name="connsiteY187" fmla="*/ 2137935 h 2323145"/>
              <a:gd name="connsiteX188" fmla="*/ 3074407 w 11269336"/>
              <a:gd name="connsiteY188" fmla="*/ 2136274 h 2323145"/>
              <a:gd name="connsiteX189" fmla="*/ 3037285 w 11269336"/>
              <a:gd name="connsiteY189" fmla="*/ 2139919 h 2323145"/>
              <a:gd name="connsiteX190" fmla="*/ 3036901 w 11269336"/>
              <a:gd name="connsiteY190" fmla="*/ 2138726 h 2323145"/>
              <a:gd name="connsiteX191" fmla="*/ 3026996 w 11269336"/>
              <a:gd name="connsiteY191" fmla="*/ 2134322 h 2323145"/>
              <a:gd name="connsiteX192" fmla="*/ 3007772 w 11269336"/>
              <a:gd name="connsiteY192" fmla="*/ 2128742 h 2323145"/>
              <a:gd name="connsiteX193" fmla="*/ 2965030 w 11269336"/>
              <a:gd name="connsiteY193" fmla="*/ 2100494 h 2323145"/>
              <a:gd name="connsiteX194" fmla="*/ 2926342 w 11269336"/>
              <a:gd name="connsiteY194" fmla="*/ 2104155 h 2323145"/>
              <a:gd name="connsiteX195" fmla="*/ 2918608 w 11269336"/>
              <a:gd name="connsiteY195" fmla="*/ 2104215 h 2323145"/>
              <a:gd name="connsiteX196" fmla="*/ 2918475 w 11269336"/>
              <a:gd name="connsiteY196" fmla="*/ 2103937 h 2323145"/>
              <a:gd name="connsiteX197" fmla="*/ 2910360 w 11269336"/>
              <a:gd name="connsiteY197" fmla="*/ 2103444 h 2323145"/>
              <a:gd name="connsiteX198" fmla="*/ 2904507 w 11269336"/>
              <a:gd name="connsiteY198" fmla="*/ 2104326 h 2323145"/>
              <a:gd name="connsiteX199" fmla="*/ 2889503 w 11269336"/>
              <a:gd name="connsiteY199" fmla="*/ 2104443 h 2323145"/>
              <a:gd name="connsiteX200" fmla="*/ 2884480 w 11269336"/>
              <a:gd name="connsiteY200" fmla="*/ 2102626 h 2323145"/>
              <a:gd name="connsiteX201" fmla="*/ 2882689 w 11269336"/>
              <a:gd name="connsiteY201" fmla="*/ 2099228 h 2323145"/>
              <a:gd name="connsiteX202" fmla="*/ 2881291 w 11269336"/>
              <a:gd name="connsiteY202" fmla="*/ 2099618 h 2323145"/>
              <a:gd name="connsiteX203" fmla="*/ 2853979 w 11269336"/>
              <a:gd name="connsiteY203" fmla="*/ 2090388 h 2323145"/>
              <a:gd name="connsiteX204" fmla="*/ 2791790 w 11269336"/>
              <a:gd name="connsiteY204" fmla="*/ 2080332 h 2323145"/>
              <a:gd name="connsiteX205" fmla="*/ 2755844 w 11269336"/>
              <a:gd name="connsiteY205" fmla="*/ 2078874 h 2323145"/>
              <a:gd name="connsiteX206" fmla="*/ 2657742 w 11269336"/>
              <a:gd name="connsiteY206" fmla="*/ 2070179 h 2323145"/>
              <a:gd name="connsiteX207" fmla="*/ 2559549 w 11269336"/>
              <a:gd name="connsiteY207" fmla="*/ 2057873 h 2323145"/>
              <a:gd name="connsiteX208" fmla="*/ 2512054 w 11269336"/>
              <a:gd name="connsiteY208" fmla="*/ 2031671 h 2323145"/>
              <a:gd name="connsiteX209" fmla="*/ 2506437 w 11269336"/>
              <a:gd name="connsiteY209" fmla="*/ 2030918 h 2323145"/>
              <a:gd name="connsiteX210" fmla="*/ 2491752 w 11269336"/>
              <a:gd name="connsiteY210" fmla="*/ 2033906 h 2323145"/>
              <a:gd name="connsiteX211" fmla="*/ 2486338 w 11269336"/>
              <a:gd name="connsiteY211" fmla="*/ 2035862 h 2323145"/>
              <a:gd name="connsiteX212" fmla="*/ 2478186 w 11269336"/>
              <a:gd name="connsiteY212" fmla="*/ 2036953 h 2323145"/>
              <a:gd name="connsiteX213" fmla="*/ 2477950 w 11269336"/>
              <a:gd name="connsiteY213" fmla="*/ 2036715 h 2323145"/>
              <a:gd name="connsiteX214" fmla="*/ 2470381 w 11269336"/>
              <a:gd name="connsiteY214" fmla="*/ 2038256 h 2323145"/>
              <a:gd name="connsiteX215" fmla="*/ 2433781 w 11269336"/>
              <a:gd name="connsiteY215" fmla="*/ 2049140 h 2323145"/>
              <a:gd name="connsiteX216" fmla="*/ 2381172 w 11269336"/>
              <a:gd name="connsiteY216" fmla="*/ 2030645 h 2323145"/>
              <a:gd name="connsiteX217" fmla="*/ 2360198 w 11269336"/>
              <a:gd name="connsiteY217" fmla="*/ 2029059 h 2323145"/>
              <a:gd name="connsiteX218" fmla="*/ 2348815 w 11269336"/>
              <a:gd name="connsiteY218" fmla="*/ 2026798 h 2323145"/>
              <a:gd name="connsiteX219" fmla="*/ 2347988 w 11269336"/>
              <a:gd name="connsiteY219" fmla="*/ 2025745 h 2323145"/>
              <a:gd name="connsiteX220" fmla="*/ 2312920 w 11269336"/>
              <a:gd name="connsiteY220" fmla="*/ 2036311 h 2323145"/>
              <a:gd name="connsiteX221" fmla="*/ 2307986 w 11269336"/>
              <a:gd name="connsiteY221" fmla="*/ 2035583 h 2323145"/>
              <a:gd name="connsiteX222" fmla="*/ 2285481 w 11269336"/>
              <a:gd name="connsiteY222" fmla="*/ 2045197 h 2323145"/>
              <a:gd name="connsiteX223" fmla="*/ 2273666 w 11269336"/>
              <a:gd name="connsiteY223" fmla="*/ 2048710 h 2323145"/>
              <a:gd name="connsiteX224" fmla="*/ 2270719 w 11269336"/>
              <a:gd name="connsiteY224" fmla="*/ 2052702 h 2323145"/>
              <a:gd name="connsiteX225" fmla="*/ 2253080 w 11269336"/>
              <a:gd name="connsiteY225" fmla="*/ 2056363 h 2323145"/>
              <a:gd name="connsiteX226" fmla="*/ 2250906 w 11269336"/>
              <a:gd name="connsiteY226" fmla="*/ 2055654 h 2323145"/>
              <a:gd name="connsiteX227" fmla="*/ 2236905 w 11269336"/>
              <a:gd name="connsiteY227" fmla="*/ 2062882 h 2323145"/>
              <a:gd name="connsiteX228" fmla="*/ 2225830 w 11269336"/>
              <a:gd name="connsiteY228" fmla="*/ 2074027 h 2323145"/>
              <a:gd name="connsiteX229" fmla="*/ 2073776 w 11269336"/>
              <a:gd name="connsiteY229" fmla="*/ 2089244 h 2323145"/>
              <a:gd name="connsiteX230" fmla="*/ 1948256 w 11269336"/>
              <a:gd name="connsiteY230" fmla="*/ 2146616 h 2323145"/>
              <a:gd name="connsiteX231" fmla="*/ 1865582 w 11269336"/>
              <a:gd name="connsiteY231" fmla="*/ 2153738 h 2323145"/>
              <a:gd name="connsiteX232" fmla="*/ 1835210 w 11269336"/>
              <a:gd name="connsiteY232" fmla="*/ 2134244 h 2323145"/>
              <a:gd name="connsiteX233" fmla="*/ 1632661 w 11269336"/>
              <a:gd name="connsiteY233" fmla="*/ 2173882 h 2323145"/>
              <a:gd name="connsiteX234" fmla="*/ 1579590 w 11269336"/>
              <a:gd name="connsiteY234" fmla="*/ 2173680 h 2323145"/>
              <a:gd name="connsiteX235" fmla="*/ 1535601 w 11269336"/>
              <a:gd name="connsiteY235" fmla="*/ 2194590 h 2323145"/>
              <a:gd name="connsiteX236" fmla="*/ 1515594 w 11269336"/>
              <a:gd name="connsiteY236" fmla="*/ 2189622 h 2323145"/>
              <a:gd name="connsiteX237" fmla="*/ 1512113 w 11269336"/>
              <a:gd name="connsiteY237" fmla="*/ 2188534 h 2323145"/>
              <a:gd name="connsiteX238" fmla="*/ 1498838 w 11269336"/>
              <a:gd name="connsiteY238" fmla="*/ 2189213 h 2323145"/>
              <a:gd name="connsiteX239" fmla="*/ 1494279 w 11269336"/>
              <a:gd name="connsiteY239" fmla="*/ 2183112 h 2323145"/>
              <a:gd name="connsiteX240" fmla="*/ 1473714 w 11269336"/>
              <a:gd name="connsiteY240" fmla="*/ 2179625 h 2323145"/>
              <a:gd name="connsiteX241" fmla="*/ 1449503 w 11269336"/>
              <a:gd name="connsiteY241" fmla="*/ 2182633 h 2323145"/>
              <a:gd name="connsiteX242" fmla="*/ 1266687 w 11269336"/>
              <a:gd name="connsiteY242" fmla="*/ 2212688 h 2323145"/>
              <a:gd name="connsiteX243" fmla="*/ 1239614 w 11269336"/>
              <a:gd name="connsiteY243" fmla="*/ 2209727 h 2323145"/>
              <a:gd name="connsiteX244" fmla="*/ 1202436 w 11269336"/>
              <a:gd name="connsiteY244" fmla="*/ 2209817 h 2323145"/>
              <a:gd name="connsiteX245" fmla="*/ 1136097 w 11269336"/>
              <a:gd name="connsiteY245" fmla="*/ 2205112 h 2323145"/>
              <a:gd name="connsiteX246" fmla="*/ 988232 w 11269336"/>
              <a:gd name="connsiteY246" fmla="*/ 2235635 h 2323145"/>
              <a:gd name="connsiteX247" fmla="*/ 981959 w 11269336"/>
              <a:gd name="connsiteY247" fmla="*/ 2231607 h 2323145"/>
              <a:gd name="connsiteX248" fmla="*/ 938600 w 11269336"/>
              <a:gd name="connsiteY248" fmla="*/ 2238113 h 2323145"/>
              <a:gd name="connsiteX249" fmla="*/ 791788 w 11269336"/>
              <a:gd name="connsiteY249" fmla="*/ 2293224 h 2323145"/>
              <a:gd name="connsiteX250" fmla="*/ 706914 w 11269336"/>
              <a:gd name="connsiteY250" fmla="*/ 2305046 h 2323145"/>
              <a:gd name="connsiteX251" fmla="*/ 675971 w 11269336"/>
              <a:gd name="connsiteY251" fmla="*/ 2304030 h 2323145"/>
              <a:gd name="connsiteX252" fmla="*/ 624180 w 11269336"/>
              <a:gd name="connsiteY252" fmla="*/ 2302650 h 2323145"/>
              <a:gd name="connsiteX253" fmla="*/ 583453 w 11269336"/>
              <a:gd name="connsiteY253" fmla="*/ 2288788 h 2323145"/>
              <a:gd name="connsiteX254" fmla="*/ 540946 w 11269336"/>
              <a:gd name="connsiteY254" fmla="*/ 2292721 h 2323145"/>
              <a:gd name="connsiteX255" fmla="*/ 533680 w 11269336"/>
              <a:gd name="connsiteY255" fmla="*/ 2310233 h 2323145"/>
              <a:gd name="connsiteX256" fmla="*/ 487366 w 11269336"/>
              <a:gd name="connsiteY256" fmla="*/ 2309053 h 2323145"/>
              <a:gd name="connsiteX257" fmla="*/ 416820 w 11269336"/>
              <a:gd name="connsiteY257" fmla="*/ 2305443 h 2323145"/>
              <a:gd name="connsiteX258" fmla="*/ 376805 w 11269336"/>
              <a:gd name="connsiteY258" fmla="*/ 2307647 h 2323145"/>
              <a:gd name="connsiteX259" fmla="*/ 266777 w 11269336"/>
              <a:gd name="connsiteY259" fmla="*/ 2309012 h 2323145"/>
              <a:gd name="connsiteX260" fmla="*/ 156013 w 11269336"/>
              <a:gd name="connsiteY260" fmla="*/ 2306832 h 2323145"/>
              <a:gd name="connsiteX261" fmla="*/ 87258 w 11269336"/>
              <a:gd name="connsiteY261" fmla="*/ 2285511 h 2323145"/>
              <a:gd name="connsiteX262" fmla="*/ 23798 w 11269336"/>
              <a:gd name="connsiteY262" fmla="*/ 2281822 h 2323145"/>
              <a:gd name="connsiteX263" fmla="*/ 0 w 11269336"/>
              <a:gd name="connsiteY263" fmla="*/ 2285369 h 2323145"/>
              <a:gd name="connsiteX264" fmla="*/ 0 w 11269336"/>
              <a:gd name="connsiteY26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8977138 w 11269336"/>
              <a:gd name="connsiteY22" fmla="*/ 774970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263254 w 11269336"/>
              <a:gd name="connsiteY20" fmla="*/ 645662 h 2323145"/>
              <a:gd name="connsiteX21" fmla="*/ 9162278 w 11269336"/>
              <a:gd name="connsiteY21" fmla="*/ 704724 h 2323145"/>
              <a:gd name="connsiteX22" fmla="*/ 9062863 w 11269336"/>
              <a:gd name="connsiteY22" fmla="*/ 754656 h 2323145"/>
              <a:gd name="connsiteX23" fmla="*/ 8914746 w 11269336"/>
              <a:gd name="connsiteY23" fmla="*/ 826428 h 2323145"/>
              <a:gd name="connsiteX24" fmla="*/ 8917778 w 11269336"/>
              <a:gd name="connsiteY24" fmla="*/ 835198 h 2323145"/>
              <a:gd name="connsiteX25" fmla="*/ 8905560 w 11269336"/>
              <a:gd name="connsiteY25" fmla="*/ 838358 h 2323145"/>
              <a:gd name="connsiteX26" fmla="*/ 8897564 w 11269336"/>
              <a:gd name="connsiteY26" fmla="*/ 834287 h 2323145"/>
              <a:gd name="connsiteX27" fmla="*/ 8878040 w 11269336"/>
              <a:gd name="connsiteY27" fmla="*/ 844150 h 2323145"/>
              <a:gd name="connsiteX28" fmla="*/ 8795998 w 11269336"/>
              <a:gd name="connsiteY28" fmla="*/ 863337 h 2323145"/>
              <a:gd name="connsiteX29" fmla="*/ 8776970 w 11269336"/>
              <a:gd name="connsiteY29" fmla="*/ 885177 h 2323145"/>
              <a:gd name="connsiteX30" fmla="*/ 8755719 w 11269336"/>
              <a:gd name="connsiteY30" fmla="*/ 889754 h 2323145"/>
              <a:gd name="connsiteX31" fmla="*/ 8743257 w 11269336"/>
              <a:gd name="connsiteY31" fmla="*/ 904723 h 2323145"/>
              <a:gd name="connsiteX32" fmla="*/ 8721366 w 11269336"/>
              <a:gd name="connsiteY32" fmla="*/ 904711 h 2323145"/>
              <a:gd name="connsiteX33" fmla="*/ 8678353 w 11269336"/>
              <a:gd name="connsiteY33" fmla="*/ 926318 h 2323145"/>
              <a:gd name="connsiteX34" fmla="*/ 8636849 w 11269336"/>
              <a:gd name="connsiteY34" fmla="*/ 937900 h 2323145"/>
              <a:gd name="connsiteX35" fmla="*/ 8620213 w 11269336"/>
              <a:gd name="connsiteY35" fmla="*/ 943068 h 2323145"/>
              <a:gd name="connsiteX36" fmla="*/ 8612581 w 11269336"/>
              <a:gd name="connsiteY36" fmla="*/ 952695 h 2323145"/>
              <a:gd name="connsiteX37" fmla="*/ 8589038 w 11269336"/>
              <a:gd name="connsiteY37" fmla="*/ 963892 h 2323145"/>
              <a:gd name="connsiteX38" fmla="*/ 8579950 w 11269336"/>
              <a:gd name="connsiteY38" fmla="*/ 960899 h 2323145"/>
              <a:gd name="connsiteX39" fmla="*/ 8579319 w 11269336"/>
              <a:gd name="connsiteY39" fmla="*/ 965630 h 2323145"/>
              <a:gd name="connsiteX40" fmla="*/ 8547429 w 11269336"/>
              <a:gd name="connsiteY40" fmla="*/ 984506 h 2323145"/>
              <a:gd name="connsiteX41" fmla="*/ 8478704 w 11269336"/>
              <a:gd name="connsiteY41" fmla="*/ 1025490 h 2323145"/>
              <a:gd name="connsiteX42" fmla="*/ 8461421 w 11269336"/>
              <a:gd name="connsiteY42" fmla="*/ 1035512 h 2323145"/>
              <a:gd name="connsiteX43" fmla="*/ 8445003 w 11269336"/>
              <a:gd name="connsiteY43" fmla="*/ 1036851 h 2323145"/>
              <a:gd name="connsiteX44" fmla="*/ 8357350 w 11269336"/>
              <a:gd name="connsiteY44" fmla="*/ 1060213 h 2323145"/>
              <a:gd name="connsiteX45" fmla="*/ 8335565 w 11269336"/>
              <a:gd name="connsiteY45" fmla="*/ 1061151 h 2323145"/>
              <a:gd name="connsiteX46" fmla="*/ 8325267 w 11269336"/>
              <a:gd name="connsiteY46" fmla="*/ 1055919 h 2323145"/>
              <a:gd name="connsiteX47" fmla="*/ 8293586 w 11269336"/>
              <a:gd name="connsiteY47" fmla="*/ 1076144 h 2323145"/>
              <a:gd name="connsiteX48" fmla="*/ 8242405 w 11269336"/>
              <a:gd name="connsiteY48" fmla="*/ 1095960 h 2323145"/>
              <a:gd name="connsiteX49" fmla="*/ 8197391 w 11269336"/>
              <a:gd name="connsiteY49" fmla="*/ 1107746 h 2323145"/>
              <a:gd name="connsiteX50" fmla="*/ 8081474 w 11269336"/>
              <a:gd name="connsiteY50" fmla="*/ 1130125 h 2323145"/>
              <a:gd name="connsiteX51" fmla="*/ 8053585 w 11269336"/>
              <a:gd name="connsiteY51" fmla="*/ 1129169 h 2323145"/>
              <a:gd name="connsiteX52" fmla="*/ 8038422 w 11269336"/>
              <a:gd name="connsiteY52" fmla="*/ 1119092 h 2323145"/>
              <a:gd name="connsiteX53" fmla="*/ 8029450 w 11269336"/>
              <a:gd name="connsiteY53" fmla="*/ 1125592 h 2323145"/>
              <a:gd name="connsiteX54" fmla="*/ 7959552 w 11269336"/>
              <a:gd name="connsiteY54" fmla="*/ 1140188 h 2323145"/>
              <a:gd name="connsiteX55" fmla="*/ 7914188 w 11269336"/>
              <a:gd name="connsiteY55" fmla="*/ 1150862 h 2323145"/>
              <a:gd name="connsiteX56" fmla="*/ 7914918 w 11269336"/>
              <a:gd name="connsiteY56" fmla="*/ 1168758 h 2323145"/>
              <a:gd name="connsiteX57" fmla="*/ 7875510 w 11269336"/>
              <a:gd name="connsiteY57" fmla="*/ 1183153 h 2323145"/>
              <a:gd name="connsiteX58" fmla="*/ 7829932 w 11269336"/>
              <a:gd name="connsiteY58" fmla="*/ 1180782 h 2323145"/>
              <a:gd name="connsiteX59" fmla="*/ 7779182 w 11269336"/>
              <a:gd name="connsiteY59" fmla="*/ 1192665 h 2323145"/>
              <a:gd name="connsiteX60" fmla="*/ 7748774 w 11269336"/>
              <a:gd name="connsiteY60" fmla="*/ 1199586 h 2323145"/>
              <a:gd name="connsiteX61" fmla="*/ 7671846 w 11269336"/>
              <a:gd name="connsiteY61" fmla="*/ 1231966 h 2323145"/>
              <a:gd name="connsiteX62" fmla="*/ 7554146 w 11269336"/>
              <a:gd name="connsiteY62" fmla="*/ 1319748 h 2323145"/>
              <a:gd name="connsiteX63" fmla="*/ 7515052 w 11269336"/>
              <a:gd name="connsiteY63" fmla="*/ 1336718 h 2323145"/>
              <a:gd name="connsiteX64" fmla="*/ 7507193 w 11269336"/>
              <a:gd name="connsiteY64" fmla="*/ 1334617 h 2323145"/>
              <a:gd name="connsiteX65" fmla="*/ 7461694 w 11269336"/>
              <a:gd name="connsiteY65" fmla="*/ 1375866 h 2323145"/>
              <a:gd name="connsiteX66" fmla="*/ 7377571 w 11269336"/>
              <a:gd name="connsiteY66" fmla="*/ 1400128 h 2323145"/>
              <a:gd name="connsiteX67" fmla="*/ 7311261 w 11269336"/>
              <a:gd name="connsiteY67" fmla="*/ 1412652 h 2323145"/>
              <a:gd name="connsiteX68" fmla="*/ 7275307 w 11269336"/>
              <a:gd name="connsiteY68" fmla="*/ 1422171 h 2323145"/>
              <a:gd name="connsiteX69" fmla="*/ 7247783 w 11269336"/>
              <a:gd name="connsiteY69" fmla="*/ 1426330 h 2323145"/>
              <a:gd name="connsiteX70" fmla="*/ 7185047 w 11269336"/>
              <a:gd name="connsiteY70" fmla="*/ 1451812 h 2323145"/>
              <a:gd name="connsiteX71" fmla="*/ 7084117 w 11269336"/>
              <a:gd name="connsiteY71" fmla="*/ 1500281 h 2323145"/>
              <a:gd name="connsiteX72" fmla="*/ 7062011 w 11269336"/>
              <a:gd name="connsiteY72" fmla="*/ 1509183 h 2323145"/>
              <a:gd name="connsiteX73" fmla="*/ 7040555 w 11269336"/>
              <a:gd name="connsiteY73" fmla="*/ 1511207 h 2323145"/>
              <a:gd name="connsiteX74" fmla="*/ 7033438 w 11269336"/>
              <a:gd name="connsiteY74" fmla="*/ 1506772 h 2323145"/>
              <a:gd name="connsiteX75" fmla="*/ 7020886 w 11269336"/>
              <a:gd name="connsiteY75" fmla="*/ 1510764 h 2323145"/>
              <a:gd name="connsiteX76" fmla="*/ 7017033 w 11269336"/>
              <a:gd name="connsiteY76" fmla="*/ 1510650 h 2323145"/>
              <a:gd name="connsiteX77" fmla="*/ 6995460 w 11269336"/>
              <a:gd name="connsiteY77" fmla="*/ 1511173 h 2323145"/>
              <a:gd name="connsiteX78" fmla="*/ 6962144 w 11269336"/>
              <a:gd name="connsiteY78" fmla="*/ 1541508 h 2323145"/>
              <a:gd name="connsiteX79" fmla="*/ 6910674 w 11269336"/>
              <a:gd name="connsiteY79" fmla="*/ 1554793 h 2323145"/>
              <a:gd name="connsiteX80" fmla="*/ 6732152 w 11269336"/>
              <a:gd name="connsiteY80" fmla="*/ 1642538 h 2323145"/>
              <a:gd name="connsiteX81" fmla="*/ 6694106 w 11269336"/>
              <a:gd name="connsiteY81" fmla="*/ 1632377 h 2323145"/>
              <a:gd name="connsiteX82" fmla="*/ 6617223 w 11269336"/>
              <a:gd name="connsiteY82" fmla="*/ 1659889 h 2323145"/>
              <a:gd name="connsiteX83" fmla="*/ 6521138 w 11269336"/>
              <a:gd name="connsiteY83" fmla="*/ 1744340 h 2323145"/>
              <a:gd name="connsiteX84" fmla="*/ 6380677 w 11269336"/>
              <a:gd name="connsiteY84" fmla="*/ 1796883 h 2323145"/>
              <a:gd name="connsiteX85" fmla="*/ 6374897 w 11269336"/>
              <a:gd name="connsiteY85" fmla="*/ 1809910 h 2323145"/>
              <a:gd name="connsiteX86" fmla="*/ 6364545 w 11269336"/>
              <a:gd name="connsiteY86" fmla="*/ 1820090 h 2323145"/>
              <a:gd name="connsiteX87" fmla="*/ 6362126 w 11269336"/>
              <a:gd name="connsiteY87" fmla="*/ 1819991 h 2323145"/>
              <a:gd name="connsiteX88" fmla="*/ 6346673 w 11269336"/>
              <a:gd name="connsiteY88" fmla="*/ 1827824 h 2323145"/>
              <a:gd name="connsiteX89" fmla="*/ 6345588 w 11269336"/>
              <a:gd name="connsiteY89" fmla="*/ 1832232 h 2323145"/>
              <a:gd name="connsiteX90" fmla="*/ 6335708 w 11269336"/>
              <a:gd name="connsiteY90" fmla="*/ 1838451 h 2323145"/>
              <a:gd name="connsiteX91" fmla="*/ 6318182 w 11269336"/>
              <a:gd name="connsiteY91" fmla="*/ 1852975 h 2323145"/>
              <a:gd name="connsiteX92" fmla="*/ 6313084 w 11269336"/>
              <a:gd name="connsiteY92" fmla="*/ 1853561 h 2323145"/>
              <a:gd name="connsiteX93" fmla="*/ 6283816 w 11269336"/>
              <a:gd name="connsiteY93" fmla="*/ 1872148 h 2323145"/>
              <a:gd name="connsiteX94" fmla="*/ 6282550 w 11269336"/>
              <a:gd name="connsiteY94" fmla="*/ 1871392 h 2323145"/>
              <a:gd name="connsiteX95" fmla="*/ 6270527 w 11269336"/>
              <a:gd name="connsiteY95" fmla="*/ 1872208 h 2323145"/>
              <a:gd name="connsiteX96" fmla="*/ 6249518 w 11269336"/>
              <a:gd name="connsiteY96" fmla="*/ 1876079 h 2323145"/>
              <a:gd name="connsiteX97" fmla="*/ 6190386 w 11269336"/>
              <a:gd name="connsiteY97" fmla="*/ 1872478 h 2323145"/>
              <a:gd name="connsiteX98" fmla="*/ 6159777 w 11269336"/>
              <a:gd name="connsiteY98" fmla="*/ 1891745 h 2323145"/>
              <a:gd name="connsiteX99" fmla="*/ 6153131 w 11269336"/>
              <a:gd name="connsiteY99" fmla="*/ 1895079 h 2323145"/>
              <a:gd name="connsiteX100" fmla="*/ 6152798 w 11269336"/>
              <a:gd name="connsiteY100" fmla="*/ 1894920 h 2323145"/>
              <a:gd name="connsiteX101" fmla="*/ 6145388 w 11269336"/>
              <a:gd name="connsiteY101" fmla="*/ 1897990 h 2323145"/>
              <a:gd name="connsiteX102" fmla="*/ 6141014 w 11269336"/>
              <a:gd name="connsiteY102" fmla="*/ 1901155 h 2323145"/>
              <a:gd name="connsiteX103" fmla="*/ 6128122 w 11269336"/>
              <a:gd name="connsiteY103" fmla="*/ 1907623 h 2323145"/>
              <a:gd name="connsiteX104" fmla="*/ 6122351 w 11269336"/>
              <a:gd name="connsiteY104" fmla="*/ 1908359 h 2323145"/>
              <a:gd name="connsiteX105" fmla="*/ 6064750 w 11269336"/>
              <a:gd name="connsiteY105" fmla="*/ 1896394 h 2323145"/>
              <a:gd name="connsiteX106" fmla="*/ 5964230 w 11269336"/>
              <a:gd name="connsiteY106" fmla="*/ 1910038 h 2323145"/>
              <a:gd name="connsiteX107" fmla="*/ 5865399 w 11269336"/>
              <a:gd name="connsiteY107" fmla="*/ 1926966 h 2323145"/>
              <a:gd name="connsiteX108" fmla="*/ 5829951 w 11269336"/>
              <a:gd name="connsiteY108" fmla="*/ 1934755 h 2323145"/>
              <a:gd name="connsiteX109" fmla="*/ 5765285 w 11269336"/>
              <a:gd name="connsiteY109" fmla="*/ 1941322 h 2323145"/>
              <a:gd name="connsiteX110" fmla="*/ 5734750 w 11269336"/>
              <a:gd name="connsiteY110" fmla="*/ 1939793 h 2323145"/>
              <a:gd name="connsiteX111" fmla="*/ 5733569 w 11269336"/>
              <a:gd name="connsiteY111" fmla="*/ 1940505 h 2323145"/>
              <a:gd name="connsiteX112" fmla="*/ 5730329 w 11269336"/>
              <a:gd name="connsiteY112" fmla="*/ 1937845 h 2323145"/>
              <a:gd name="connsiteX113" fmla="*/ 5724661 w 11269336"/>
              <a:gd name="connsiteY113" fmla="*/ 1937455 h 2323145"/>
              <a:gd name="connsiteX114" fmla="*/ 5710186 w 11269336"/>
              <a:gd name="connsiteY114" fmla="*/ 1941370 h 2323145"/>
              <a:gd name="connsiteX115" fmla="*/ 5704910 w 11269336"/>
              <a:gd name="connsiteY115" fmla="*/ 1943663 h 2323145"/>
              <a:gd name="connsiteX116" fmla="*/ 5696836 w 11269336"/>
              <a:gd name="connsiteY116" fmla="*/ 1945271 h 2323145"/>
              <a:gd name="connsiteX117" fmla="*/ 5696583 w 11269336"/>
              <a:gd name="connsiteY117" fmla="*/ 1945050 h 2323145"/>
              <a:gd name="connsiteX118" fmla="*/ 5689123 w 11269336"/>
              <a:gd name="connsiteY118" fmla="*/ 1947067 h 2323145"/>
              <a:gd name="connsiteX119" fmla="*/ 5653291 w 11269336"/>
              <a:gd name="connsiteY119" fmla="*/ 1960245 h 2323145"/>
              <a:gd name="connsiteX120" fmla="*/ 5599385 w 11269336"/>
              <a:gd name="connsiteY120" fmla="*/ 1945198 h 2323145"/>
              <a:gd name="connsiteX121" fmla="*/ 5578300 w 11269336"/>
              <a:gd name="connsiteY121" fmla="*/ 1944963 h 2323145"/>
              <a:gd name="connsiteX122" fmla="*/ 5566758 w 11269336"/>
              <a:gd name="connsiteY122" fmla="*/ 1943441 h 2323145"/>
              <a:gd name="connsiteX123" fmla="*/ 5565857 w 11269336"/>
              <a:gd name="connsiteY123" fmla="*/ 1942445 h 2323145"/>
              <a:gd name="connsiteX124" fmla="*/ 5531534 w 11269336"/>
              <a:gd name="connsiteY124" fmla="*/ 1955208 h 2323145"/>
              <a:gd name="connsiteX125" fmla="*/ 5526552 w 11269336"/>
              <a:gd name="connsiteY125" fmla="*/ 1954799 h 2323145"/>
              <a:gd name="connsiteX126" fmla="*/ 5504723 w 11269336"/>
              <a:gd name="connsiteY126" fmla="*/ 1965811 h 2323145"/>
              <a:gd name="connsiteX127" fmla="*/ 5493156 w 11269336"/>
              <a:gd name="connsiteY127" fmla="*/ 1970063 h 2323145"/>
              <a:gd name="connsiteX128" fmla="*/ 5490486 w 11269336"/>
              <a:gd name="connsiteY128" fmla="*/ 1974227 h 2323145"/>
              <a:gd name="connsiteX129" fmla="*/ 5473107 w 11269336"/>
              <a:gd name="connsiteY129" fmla="*/ 1979001 h 2323145"/>
              <a:gd name="connsiteX130" fmla="*/ 5470885 w 11269336"/>
              <a:gd name="connsiteY130" fmla="*/ 1978432 h 2323145"/>
              <a:gd name="connsiteX131" fmla="*/ 5457393 w 11269336"/>
              <a:gd name="connsiteY131" fmla="*/ 1986525 h 2323145"/>
              <a:gd name="connsiteX132" fmla="*/ 5447102 w 11269336"/>
              <a:gd name="connsiteY132" fmla="*/ 1998329 h 2323145"/>
              <a:gd name="connsiteX133" fmla="*/ 5159151 w 11269336"/>
              <a:gd name="connsiteY133" fmla="*/ 2029640 h 2323145"/>
              <a:gd name="connsiteX134" fmla="*/ 5041688 w 11269336"/>
              <a:gd name="connsiteY134" fmla="*/ 2022334 h 2323145"/>
              <a:gd name="connsiteX135" fmla="*/ 4860988 w 11269336"/>
              <a:gd name="connsiteY135" fmla="*/ 2135698 h 2323145"/>
              <a:gd name="connsiteX136" fmla="*/ 4807902 w 11269336"/>
              <a:gd name="connsiteY136" fmla="*/ 2138894 h 2323145"/>
              <a:gd name="connsiteX137" fmla="*/ 4765388 w 11269336"/>
              <a:gd name="connsiteY137" fmla="*/ 2162525 h 2323145"/>
              <a:gd name="connsiteX138" fmla="*/ 4745033 w 11269336"/>
              <a:gd name="connsiteY138" fmla="*/ 2158859 h 2323145"/>
              <a:gd name="connsiteX139" fmla="*/ 4741475 w 11269336"/>
              <a:gd name="connsiteY139" fmla="*/ 2157998 h 2323145"/>
              <a:gd name="connsiteX140" fmla="*/ 4728247 w 11269336"/>
              <a:gd name="connsiteY140" fmla="*/ 2159526 h 2323145"/>
              <a:gd name="connsiteX141" fmla="*/ 4723263 w 11269336"/>
              <a:gd name="connsiteY141" fmla="*/ 2153742 h 2323145"/>
              <a:gd name="connsiteX142" fmla="*/ 4702453 w 11269336"/>
              <a:gd name="connsiteY142" fmla="*/ 2151586 h 2323145"/>
              <a:gd name="connsiteX143" fmla="*/ 4678455 w 11269336"/>
              <a:gd name="connsiteY143" fmla="*/ 2156131 h 2323145"/>
              <a:gd name="connsiteX144" fmla="*/ 4593061 w 11269336"/>
              <a:gd name="connsiteY144" fmla="*/ 2171597 h 2323145"/>
              <a:gd name="connsiteX145" fmla="*/ 4579902 w 11269336"/>
              <a:gd name="connsiteY145" fmla="*/ 2177927 h 2323145"/>
              <a:gd name="connsiteX146" fmla="*/ 4533444 w 11269336"/>
              <a:gd name="connsiteY146" fmla="*/ 2181200 h 2323145"/>
              <a:gd name="connsiteX147" fmla="*/ 4492832 w 11269336"/>
              <a:gd name="connsiteY147" fmla="*/ 2188033 h 2323145"/>
              <a:gd name="connsiteX148" fmla="*/ 4467257 w 11269336"/>
              <a:gd name="connsiteY148" fmla="*/ 2196121 h 2323145"/>
              <a:gd name="connsiteX149" fmla="*/ 4459937 w 11269336"/>
              <a:gd name="connsiteY149" fmla="*/ 2195182 h 2323145"/>
              <a:gd name="connsiteX150" fmla="*/ 4433312 w 11269336"/>
              <a:gd name="connsiteY150" fmla="*/ 2199004 h 2323145"/>
              <a:gd name="connsiteX151" fmla="*/ 4420601 w 11269336"/>
              <a:gd name="connsiteY151" fmla="*/ 2205158 h 2323145"/>
              <a:gd name="connsiteX152" fmla="*/ 4405765 w 11269336"/>
              <a:gd name="connsiteY152" fmla="*/ 2199902 h 2323145"/>
              <a:gd name="connsiteX153" fmla="*/ 4401354 w 11269336"/>
              <a:gd name="connsiteY153" fmla="*/ 2194745 h 2323145"/>
              <a:gd name="connsiteX154" fmla="*/ 4383151 w 11269336"/>
              <a:gd name="connsiteY154" fmla="*/ 2201140 h 2323145"/>
              <a:gd name="connsiteX155" fmla="*/ 4366646 w 11269336"/>
              <a:gd name="connsiteY155" fmla="*/ 2198564 h 2323145"/>
              <a:gd name="connsiteX156" fmla="*/ 4354009 w 11269336"/>
              <a:gd name="connsiteY156" fmla="*/ 2204984 h 2323145"/>
              <a:gd name="connsiteX157" fmla="*/ 4348284 w 11269336"/>
              <a:gd name="connsiteY157" fmla="*/ 2205270 h 2323145"/>
              <a:gd name="connsiteX158" fmla="*/ 4333906 w 11269336"/>
              <a:gd name="connsiteY158" fmla="*/ 2205251 h 2323145"/>
              <a:gd name="connsiteX159" fmla="*/ 4308819 w 11269336"/>
              <a:gd name="connsiteY159" fmla="*/ 2203822 h 2323145"/>
              <a:gd name="connsiteX160" fmla="*/ 4301210 w 11269336"/>
              <a:gd name="connsiteY160" fmla="*/ 2204456 h 2323145"/>
              <a:gd name="connsiteX161" fmla="*/ 4283095 w 11269336"/>
              <a:gd name="connsiteY161" fmla="*/ 2198177 h 2323145"/>
              <a:gd name="connsiteX162" fmla="*/ 4250119 w 11269336"/>
              <a:gd name="connsiteY162" fmla="*/ 2196342 h 2323145"/>
              <a:gd name="connsiteX163" fmla="*/ 4189203 w 11269336"/>
              <a:gd name="connsiteY163" fmla="*/ 2178994 h 2323145"/>
              <a:gd name="connsiteX164" fmla="*/ 4154035 w 11269336"/>
              <a:gd name="connsiteY164" fmla="*/ 2171950 h 2323145"/>
              <a:gd name="connsiteX165" fmla="*/ 4129569 w 11269336"/>
              <a:gd name="connsiteY165" fmla="*/ 2163850 h 2323145"/>
              <a:gd name="connsiteX166" fmla="*/ 4061250 w 11269336"/>
              <a:gd name="connsiteY166" fmla="*/ 2159236 h 2323145"/>
              <a:gd name="connsiteX167" fmla="*/ 3945480 w 11269336"/>
              <a:gd name="connsiteY167" fmla="*/ 2158279 h 2323145"/>
              <a:gd name="connsiteX168" fmla="*/ 3921468 w 11269336"/>
              <a:gd name="connsiteY168" fmla="*/ 2156588 h 2323145"/>
              <a:gd name="connsiteX169" fmla="*/ 3903348 w 11269336"/>
              <a:gd name="connsiteY169" fmla="*/ 2149220 h 2323145"/>
              <a:gd name="connsiteX170" fmla="*/ 3901342 w 11269336"/>
              <a:gd name="connsiteY170" fmla="*/ 2142355 h 2323145"/>
              <a:gd name="connsiteX171" fmla="*/ 3888539 w 11269336"/>
              <a:gd name="connsiteY171" fmla="*/ 2140476 h 2323145"/>
              <a:gd name="connsiteX172" fmla="*/ 3885662 w 11269336"/>
              <a:gd name="connsiteY172" fmla="*/ 2138740 h 2323145"/>
              <a:gd name="connsiteX173" fmla="*/ 3868627 w 11269336"/>
              <a:gd name="connsiteY173" fmla="*/ 2130023 h 2323145"/>
              <a:gd name="connsiteX174" fmla="*/ 3819177 w 11269336"/>
              <a:gd name="connsiteY174" fmla="*/ 2142111 h 2323145"/>
              <a:gd name="connsiteX175" fmla="*/ 3769100 w 11269336"/>
              <a:gd name="connsiteY175" fmla="*/ 2131731 h 2323145"/>
              <a:gd name="connsiteX176" fmla="*/ 3562752 w 11269336"/>
              <a:gd name="connsiteY176" fmla="*/ 2131785 h 2323145"/>
              <a:gd name="connsiteX177" fmla="*/ 3541402 w 11269336"/>
              <a:gd name="connsiteY177" fmla="*/ 2106821 h 2323145"/>
              <a:gd name="connsiteX178" fmla="*/ 3365341 w 11269336"/>
              <a:gd name="connsiteY178" fmla="*/ 2077638 h 2323145"/>
              <a:gd name="connsiteX179" fmla="*/ 3170922 w 11269336"/>
              <a:gd name="connsiteY179" fmla="*/ 2115957 h 2323145"/>
              <a:gd name="connsiteX180" fmla="*/ 3156256 w 11269336"/>
              <a:gd name="connsiteY180" fmla="*/ 2124773 h 2323145"/>
              <a:gd name="connsiteX181" fmla="*/ 3140298 w 11269336"/>
              <a:gd name="connsiteY181" fmla="*/ 2129182 h 2323145"/>
              <a:gd name="connsiteX182" fmla="*/ 3138514 w 11269336"/>
              <a:gd name="connsiteY182" fmla="*/ 2128069 h 2323145"/>
              <a:gd name="connsiteX183" fmla="*/ 3120467 w 11269336"/>
              <a:gd name="connsiteY183" fmla="*/ 2128281 h 2323145"/>
              <a:gd name="connsiteX184" fmla="*/ 3116175 w 11269336"/>
              <a:gd name="connsiteY184" fmla="*/ 2131633 h 2323145"/>
              <a:gd name="connsiteX185" fmla="*/ 3103685 w 11269336"/>
              <a:gd name="connsiteY185" fmla="*/ 2132814 h 2323145"/>
              <a:gd name="connsiteX186" fmla="*/ 3078794 w 11269336"/>
              <a:gd name="connsiteY186" fmla="*/ 2137935 h 2323145"/>
              <a:gd name="connsiteX187" fmla="*/ 3074407 w 11269336"/>
              <a:gd name="connsiteY187" fmla="*/ 2136274 h 2323145"/>
              <a:gd name="connsiteX188" fmla="*/ 3037285 w 11269336"/>
              <a:gd name="connsiteY188" fmla="*/ 2139919 h 2323145"/>
              <a:gd name="connsiteX189" fmla="*/ 3036901 w 11269336"/>
              <a:gd name="connsiteY189" fmla="*/ 2138726 h 2323145"/>
              <a:gd name="connsiteX190" fmla="*/ 3026996 w 11269336"/>
              <a:gd name="connsiteY190" fmla="*/ 2134322 h 2323145"/>
              <a:gd name="connsiteX191" fmla="*/ 3007772 w 11269336"/>
              <a:gd name="connsiteY191" fmla="*/ 2128742 h 2323145"/>
              <a:gd name="connsiteX192" fmla="*/ 2965030 w 11269336"/>
              <a:gd name="connsiteY192" fmla="*/ 2100494 h 2323145"/>
              <a:gd name="connsiteX193" fmla="*/ 2926342 w 11269336"/>
              <a:gd name="connsiteY193" fmla="*/ 2104155 h 2323145"/>
              <a:gd name="connsiteX194" fmla="*/ 2918608 w 11269336"/>
              <a:gd name="connsiteY194" fmla="*/ 2104215 h 2323145"/>
              <a:gd name="connsiteX195" fmla="*/ 2918475 w 11269336"/>
              <a:gd name="connsiteY195" fmla="*/ 2103937 h 2323145"/>
              <a:gd name="connsiteX196" fmla="*/ 2910360 w 11269336"/>
              <a:gd name="connsiteY196" fmla="*/ 2103444 h 2323145"/>
              <a:gd name="connsiteX197" fmla="*/ 2904507 w 11269336"/>
              <a:gd name="connsiteY197" fmla="*/ 2104326 h 2323145"/>
              <a:gd name="connsiteX198" fmla="*/ 2889503 w 11269336"/>
              <a:gd name="connsiteY198" fmla="*/ 2104443 h 2323145"/>
              <a:gd name="connsiteX199" fmla="*/ 2884480 w 11269336"/>
              <a:gd name="connsiteY199" fmla="*/ 2102626 h 2323145"/>
              <a:gd name="connsiteX200" fmla="*/ 2882689 w 11269336"/>
              <a:gd name="connsiteY200" fmla="*/ 2099228 h 2323145"/>
              <a:gd name="connsiteX201" fmla="*/ 2881291 w 11269336"/>
              <a:gd name="connsiteY201" fmla="*/ 2099618 h 2323145"/>
              <a:gd name="connsiteX202" fmla="*/ 2853979 w 11269336"/>
              <a:gd name="connsiteY202" fmla="*/ 2090388 h 2323145"/>
              <a:gd name="connsiteX203" fmla="*/ 2791790 w 11269336"/>
              <a:gd name="connsiteY203" fmla="*/ 2080332 h 2323145"/>
              <a:gd name="connsiteX204" fmla="*/ 2755844 w 11269336"/>
              <a:gd name="connsiteY204" fmla="*/ 2078874 h 2323145"/>
              <a:gd name="connsiteX205" fmla="*/ 2657742 w 11269336"/>
              <a:gd name="connsiteY205" fmla="*/ 2070179 h 2323145"/>
              <a:gd name="connsiteX206" fmla="*/ 2559549 w 11269336"/>
              <a:gd name="connsiteY206" fmla="*/ 2057873 h 2323145"/>
              <a:gd name="connsiteX207" fmla="*/ 2512054 w 11269336"/>
              <a:gd name="connsiteY207" fmla="*/ 2031671 h 2323145"/>
              <a:gd name="connsiteX208" fmla="*/ 2506437 w 11269336"/>
              <a:gd name="connsiteY208" fmla="*/ 2030918 h 2323145"/>
              <a:gd name="connsiteX209" fmla="*/ 2491752 w 11269336"/>
              <a:gd name="connsiteY209" fmla="*/ 2033906 h 2323145"/>
              <a:gd name="connsiteX210" fmla="*/ 2486338 w 11269336"/>
              <a:gd name="connsiteY210" fmla="*/ 2035862 h 2323145"/>
              <a:gd name="connsiteX211" fmla="*/ 2478186 w 11269336"/>
              <a:gd name="connsiteY211" fmla="*/ 2036953 h 2323145"/>
              <a:gd name="connsiteX212" fmla="*/ 2477950 w 11269336"/>
              <a:gd name="connsiteY212" fmla="*/ 2036715 h 2323145"/>
              <a:gd name="connsiteX213" fmla="*/ 2470381 w 11269336"/>
              <a:gd name="connsiteY213" fmla="*/ 2038256 h 2323145"/>
              <a:gd name="connsiteX214" fmla="*/ 2433781 w 11269336"/>
              <a:gd name="connsiteY214" fmla="*/ 2049140 h 2323145"/>
              <a:gd name="connsiteX215" fmla="*/ 2381172 w 11269336"/>
              <a:gd name="connsiteY215" fmla="*/ 2030645 h 2323145"/>
              <a:gd name="connsiteX216" fmla="*/ 2360198 w 11269336"/>
              <a:gd name="connsiteY216" fmla="*/ 2029059 h 2323145"/>
              <a:gd name="connsiteX217" fmla="*/ 2348815 w 11269336"/>
              <a:gd name="connsiteY217" fmla="*/ 2026798 h 2323145"/>
              <a:gd name="connsiteX218" fmla="*/ 2347988 w 11269336"/>
              <a:gd name="connsiteY218" fmla="*/ 2025745 h 2323145"/>
              <a:gd name="connsiteX219" fmla="*/ 2312920 w 11269336"/>
              <a:gd name="connsiteY219" fmla="*/ 2036311 h 2323145"/>
              <a:gd name="connsiteX220" fmla="*/ 2307986 w 11269336"/>
              <a:gd name="connsiteY220" fmla="*/ 2035583 h 2323145"/>
              <a:gd name="connsiteX221" fmla="*/ 2285481 w 11269336"/>
              <a:gd name="connsiteY221" fmla="*/ 2045197 h 2323145"/>
              <a:gd name="connsiteX222" fmla="*/ 2273666 w 11269336"/>
              <a:gd name="connsiteY222" fmla="*/ 2048710 h 2323145"/>
              <a:gd name="connsiteX223" fmla="*/ 2270719 w 11269336"/>
              <a:gd name="connsiteY223" fmla="*/ 2052702 h 2323145"/>
              <a:gd name="connsiteX224" fmla="*/ 2253080 w 11269336"/>
              <a:gd name="connsiteY224" fmla="*/ 2056363 h 2323145"/>
              <a:gd name="connsiteX225" fmla="*/ 2250906 w 11269336"/>
              <a:gd name="connsiteY225" fmla="*/ 2055654 h 2323145"/>
              <a:gd name="connsiteX226" fmla="*/ 2236905 w 11269336"/>
              <a:gd name="connsiteY226" fmla="*/ 2062882 h 2323145"/>
              <a:gd name="connsiteX227" fmla="*/ 2225830 w 11269336"/>
              <a:gd name="connsiteY227" fmla="*/ 2074027 h 2323145"/>
              <a:gd name="connsiteX228" fmla="*/ 2073776 w 11269336"/>
              <a:gd name="connsiteY228" fmla="*/ 2089244 h 2323145"/>
              <a:gd name="connsiteX229" fmla="*/ 1948256 w 11269336"/>
              <a:gd name="connsiteY229" fmla="*/ 2146616 h 2323145"/>
              <a:gd name="connsiteX230" fmla="*/ 1865582 w 11269336"/>
              <a:gd name="connsiteY230" fmla="*/ 2153738 h 2323145"/>
              <a:gd name="connsiteX231" fmla="*/ 1835210 w 11269336"/>
              <a:gd name="connsiteY231" fmla="*/ 2134244 h 2323145"/>
              <a:gd name="connsiteX232" fmla="*/ 1632661 w 11269336"/>
              <a:gd name="connsiteY232" fmla="*/ 2173882 h 2323145"/>
              <a:gd name="connsiteX233" fmla="*/ 1579590 w 11269336"/>
              <a:gd name="connsiteY233" fmla="*/ 2173680 h 2323145"/>
              <a:gd name="connsiteX234" fmla="*/ 1535601 w 11269336"/>
              <a:gd name="connsiteY234" fmla="*/ 2194590 h 2323145"/>
              <a:gd name="connsiteX235" fmla="*/ 1515594 w 11269336"/>
              <a:gd name="connsiteY235" fmla="*/ 2189622 h 2323145"/>
              <a:gd name="connsiteX236" fmla="*/ 1512113 w 11269336"/>
              <a:gd name="connsiteY236" fmla="*/ 2188534 h 2323145"/>
              <a:gd name="connsiteX237" fmla="*/ 1498838 w 11269336"/>
              <a:gd name="connsiteY237" fmla="*/ 2189213 h 2323145"/>
              <a:gd name="connsiteX238" fmla="*/ 1494279 w 11269336"/>
              <a:gd name="connsiteY238" fmla="*/ 2183112 h 2323145"/>
              <a:gd name="connsiteX239" fmla="*/ 1473714 w 11269336"/>
              <a:gd name="connsiteY239" fmla="*/ 2179625 h 2323145"/>
              <a:gd name="connsiteX240" fmla="*/ 1449503 w 11269336"/>
              <a:gd name="connsiteY240" fmla="*/ 2182633 h 2323145"/>
              <a:gd name="connsiteX241" fmla="*/ 1266687 w 11269336"/>
              <a:gd name="connsiteY241" fmla="*/ 2212688 h 2323145"/>
              <a:gd name="connsiteX242" fmla="*/ 1239614 w 11269336"/>
              <a:gd name="connsiteY242" fmla="*/ 2209727 h 2323145"/>
              <a:gd name="connsiteX243" fmla="*/ 1202436 w 11269336"/>
              <a:gd name="connsiteY243" fmla="*/ 2209817 h 2323145"/>
              <a:gd name="connsiteX244" fmla="*/ 1136097 w 11269336"/>
              <a:gd name="connsiteY244" fmla="*/ 2205112 h 2323145"/>
              <a:gd name="connsiteX245" fmla="*/ 988232 w 11269336"/>
              <a:gd name="connsiteY245" fmla="*/ 2235635 h 2323145"/>
              <a:gd name="connsiteX246" fmla="*/ 981959 w 11269336"/>
              <a:gd name="connsiteY246" fmla="*/ 2231607 h 2323145"/>
              <a:gd name="connsiteX247" fmla="*/ 938600 w 11269336"/>
              <a:gd name="connsiteY247" fmla="*/ 2238113 h 2323145"/>
              <a:gd name="connsiteX248" fmla="*/ 791788 w 11269336"/>
              <a:gd name="connsiteY248" fmla="*/ 2293224 h 2323145"/>
              <a:gd name="connsiteX249" fmla="*/ 706914 w 11269336"/>
              <a:gd name="connsiteY249" fmla="*/ 2305046 h 2323145"/>
              <a:gd name="connsiteX250" fmla="*/ 675971 w 11269336"/>
              <a:gd name="connsiteY250" fmla="*/ 2304030 h 2323145"/>
              <a:gd name="connsiteX251" fmla="*/ 624180 w 11269336"/>
              <a:gd name="connsiteY251" fmla="*/ 2302650 h 2323145"/>
              <a:gd name="connsiteX252" fmla="*/ 583453 w 11269336"/>
              <a:gd name="connsiteY252" fmla="*/ 2288788 h 2323145"/>
              <a:gd name="connsiteX253" fmla="*/ 540946 w 11269336"/>
              <a:gd name="connsiteY253" fmla="*/ 2292721 h 2323145"/>
              <a:gd name="connsiteX254" fmla="*/ 533680 w 11269336"/>
              <a:gd name="connsiteY254" fmla="*/ 2310233 h 2323145"/>
              <a:gd name="connsiteX255" fmla="*/ 487366 w 11269336"/>
              <a:gd name="connsiteY255" fmla="*/ 2309053 h 2323145"/>
              <a:gd name="connsiteX256" fmla="*/ 416820 w 11269336"/>
              <a:gd name="connsiteY256" fmla="*/ 2305443 h 2323145"/>
              <a:gd name="connsiteX257" fmla="*/ 376805 w 11269336"/>
              <a:gd name="connsiteY257" fmla="*/ 2307647 h 2323145"/>
              <a:gd name="connsiteX258" fmla="*/ 266777 w 11269336"/>
              <a:gd name="connsiteY258" fmla="*/ 2309012 h 2323145"/>
              <a:gd name="connsiteX259" fmla="*/ 156013 w 11269336"/>
              <a:gd name="connsiteY259" fmla="*/ 2306832 h 2323145"/>
              <a:gd name="connsiteX260" fmla="*/ 87258 w 11269336"/>
              <a:gd name="connsiteY260" fmla="*/ 2285511 h 2323145"/>
              <a:gd name="connsiteX261" fmla="*/ 23798 w 11269336"/>
              <a:gd name="connsiteY261" fmla="*/ 2281822 h 2323145"/>
              <a:gd name="connsiteX262" fmla="*/ 0 w 11269336"/>
              <a:gd name="connsiteY262" fmla="*/ 2285369 h 2323145"/>
              <a:gd name="connsiteX263" fmla="*/ 0 w 11269336"/>
              <a:gd name="connsiteY26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380600 w 11269336"/>
              <a:gd name="connsiteY19" fmla="*/ 549821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41688 w 11269336"/>
              <a:gd name="connsiteY133" fmla="*/ 2022334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79902 w 11269336"/>
              <a:gd name="connsiteY144" fmla="*/ 2177927 h 2323145"/>
              <a:gd name="connsiteX145" fmla="*/ 4533444 w 11269336"/>
              <a:gd name="connsiteY145" fmla="*/ 2181200 h 2323145"/>
              <a:gd name="connsiteX146" fmla="*/ 4492832 w 11269336"/>
              <a:gd name="connsiteY146" fmla="*/ 2188033 h 2323145"/>
              <a:gd name="connsiteX147" fmla="*/ 4467257 w 11269336"/>
              <a:gd name="connsiteY147" fmla="*/ 2196121 h 2323145"/>
              <a:gd name="connsiteX148" fmla="*/ 4459937 w 11269336"/>
              <a:gd name="connsiteY148" fmla="*/ 2195182 h 2323145"/>
              <a:gd name="connsiteX149" fmla="*/ 4433312 w 11269336"/>
              <a:gd name="connsiteY149" fmla="*/ 2199004 h 2323145"/>
              <a:gd name="connsiteX150" fmla="*/ 4420601 w 11269336"/>
              <a:gd name="connsiteY150" fmla="*/ 2205158 h 2323145"/>
              <a:gd name="connsiteX151" fmla="*/ 4405765 w 11269336"/>
              <a:gd name="connsiteY151" fmla="*/ 2199902 h 2323145"/>
              <a:gd name="connsiteX152" fmla="*/ 4401354 w 11269336"/>
              <a:gd name="connsiteY152" fmla="*/ 2194745 h 2323145"/>
              <a:gd name="connsiteX153" fmla="*/ 4383151 w 11269336"/>
              <a:gd name="connsiteY153" fmla="*/ 2201140 h 2323145"/>
              <a:gd name="connsiteX154" fmla="*/ 4366646 w 11269336"/>
              <a:gd name="connsiteY154" fmla="*/ 2198564 h 2323145"/>
              <a:gd name="connsiteX155" fmla="*/ 4354009 w 11269336"/>
              <a:gd name="connsiteY155" fmla="*/ 2204984 h 2323145"/>
              <a:gd name="connsiteX156" fmla="*/ 4348284 w 11269336"/>
              <a:gd name="connsiteY156" fmla="*/ 2205270 h 2323145"/>
              <a:gd name="connsiteX157" fmla="*/ 4333906 w 11269336"/>
              <a:gd name="connsiteY157" fmla="*/ 2205251 h 2323145"/>
              <a:gd name="connsiteX158" fmla="*/ 4308819 w 11269336"/>
              <a:gd name="connsiteY158" fmla="*/ 2203822 h 2323145"/>
              <a:gd name="connsiteX159" fmla="*/ 4301210 w 11269336"/>
              <a:gd name="connsiteY159" fmla="*/ 2204456 h 2323145"/>
              <a:gd name="connsiteX160" fmla="*/ 4283095 w 11269336"/>
              <a:gd name="connsiteY160" fmla="*/ 2198177 h 2323145"/>
              <a:gd name="connsiteX161" fmla="*/ 4250119 w 11269336"/>
              <a:gd name="connsiteY161" fmla="*/ 2196342 h 2323145"/>
              <a:gd name="connsiteX162" fmla="*/ 4189203 w 11269336"/>
              <a:gd name="connsiteY162" fmla="*/ 2178994 h 2323145"/>
              <a:gd name="connsiteX163" fmla="*/ 4154035 w 11269336"/>
              <a:gd name="connsiteY163" fmla="*/ 2171950 h 2323145"/>
              <a:gd name="connsiteX164" fmla="*/ 4129569 w 11269336"/>
              <a:gd name="connsiteY164" fmla="*/ 2163850 h 2323145"/>
              <a:gd name="connsiteX165" fmla="*/ 4061250 w 11269336"/>
              <a:gd name="connsiteY165" fmla="*/ 2159236 h 2323145"/>
              <a:gd name="connsiteX166" fmla="*/ 3945480 w 11269336"/>
              <a:gd name="connsiteY166" fmla="*/ 2158279 h 2323145"/>
              <a:gd name="connsiteX167" fmla="*/ 3921468 w 11269336"/>
              <a:gd name="connsiteY167" fmla="*/ 2156588 h 2323145"/>
              <a:gd name="connsiteX168" fmla="*/ 3903348 w 11269336"/>
              <a:gd name="connsiteY168" fmla="*/ 2149220 h 2323145"/>
              <a:gd name="connsiteX169" fmla="*/ 3901342 w 11269336"/>
              <a:gd name="connsiteY169" fmla="*/ 2142355 h 2323145"/>
              <a:gd name="connsiteX170" fmla="*/ 3888539 w 11269336"/>
              <a:gd name="connsiteY170" fmla="*/ 2140476 h 2323145"/>
              <a:gd name="connsiteX171" fmla="*/ 3885662 w 11269336"/>
              <a:gd name="connsiteY171" fmla="*/ 2138740 h 2323145"/>
              <a:gd name="connsiteX172" fmla="*/ 3868627 w 11269336"/>
              <a:gd name="connsiteY172" fmla="*/ 2130023 h 2323145"/>
              <a:gd name="connsiteX173" fmla="*/ 3819177 w 11269336"/>
              <a:gd name="connsiteY173" fmla="*/ 2142111 h 2323145"/>
              <a:gd name="connsiteX174" fmla="*/ 3769100 w 11269336"/>
              <a:gd name="connsiteY174" fmla="*/ 2131731 h 2323145"/>
              <a:gd name="connsiteX175" fmla="*/ 3562752 w 11269336"/>
              <a:gd name="connsiteY175" fmla="*/ 2131785 h 2323145"/>
              <a:gd name="connsiteX176" fmla="*/ 3541402 w 11269336"/>
              <a:gd name="connsiteY176" fmla="*/ 2106821 h 2323145"/>
              <a:gd name="connsiteX177" fmla="*/ 3365341 w 11269336"/>
              <a:gd name="connsiteY177" fmla="*/ 2077638 h 2323145"/>
              <a:gd name="connsiteX178" fmla="*/ 3170922 w 11269336"/>
              <a:gd name="connsiteY178" fmla="*/ 2115957 h 2323145"/>
              <a:gd name="connsiteX179" fmla="*/ 3156256 w 11269336"/>
              <a:gd name="connsiteY179" fmla="*/ 2124773 h 2323145"/>
              <a:gd name="connsiteX180" fmla="*/ 3140298 w 11269336"/>
              <a:gd name="connsiteY180" fmla="*/ 2129182 h 2323145"/>
              <a:gd name="connsiteX181" fmla="*/ 3138514 w 11269336"/>
              <a:gd name="connsiteY181" fmla="*/ 2128069 h 2323145"/>
              <a:gd name="connsiteX182" fmla="*/ 3120467 w 11269336"/>
              <a:gd name="connsiteY182" fmla="*/ 2128281 h 2323145"/>
              <a:gd name="connsiteX183" fmla="*/ 3116175 w 11269336"/>
              <a:gd name="connsiteY183" fmla="*/ 2131633 h 2323145"/>
              <a:gd name="connsiteX184" fmla="*/ 3103685 w 11269336"/>
              <a:gd name="connsiteY184" fmla="*/ 2132814 h 2323145"/>
              <a:gd name="connsiteX185" fmla="*/ 3078794 w 11269336"/>
              <a:gd name="connsiteY185" fmla="*/ 2137935 h 2323145"/>
              <a:gd name="connsiteX186" fmla="*/ 3074407 w 11269336"/>
              <a:gd name="connsiteY186" fmla="*/ 2136274 h 2323145"/>
              <a:gd name="connsiteX187" fmla="*/ 3037285 w 11269336"/>
              <a:gd name="connsiteY187" fmla="*/ 2139919 h 2323145"/>
              <a:gd name="connsiteX188" fmla="*/ 3036901 w 11269336"/>
              <a:gd name="connsiteY188" fmla="*/ 2138726 h 2323145"/>
              <a:gd name="connsiteX189" fmla="*/ 3026996 w 11269336"/>
              <a:gd name="connsiteY189" fmla="*/ 2134322 h 2323145"/>
              <a:gd name="connsiteX190" fmla="*/ 3007772 w 11269336"/>
              <a:gd name="connsiteY190" fmla="*/ 2128742 h 2323145"/>
              <a:gd name="connsiteX191" fmla="*/ 2965030 w 11269336"/>
              <a:gd name="connsiteY191" fmla="*/ 2100494 h 2323145"/>
              <a:gd name="connsiteX192" fmla="*/ 2926342 w 11269336"/>
              <a:gd name="connsiteY192" fmla="*/ 2104155 h 2323145"/>
              <a:gd name="connsiteX193" fmla="*/ 2918608 w 11269336"/>
              <a:gd name="connsiteY193" fmla="*/ 2104215 h 2323145"/>
              <a:gd name="connsiteX194" fmla="*/ 2918475 w 11269336"/>
              <a:gd name="connsiteY194" fmla="*/ 2103937 h 2323145"/>
              <a:gd name="connsiteX195" fmla="*/ 2910360 w 11269336"/>
              <a:gd name="connsiteY195" fmla="*/ 2103444 h 2323145"/>
              <a:gd name="connsiteX196" fmla="*/ 2904507 w 11269336"/>
              <a:gd name="connsiteY196" fmla="*/ 2104326 h 2323145"/>
              <a:gd name="connsiteX197" fmla="*/ 2889503 w 11269336"/>
              <a:gd name="connsiteY197" fmla="*/ 2104443 h 2323145"/>
              <a:gd name="connsiteX198" fmla="*/ 2884480 w 11269336"/>
              <a:gd name="connsiteY198" fmla="*/ 2102626 h 2323145"/>
              <a:gd name="connsiteX199" fmla="*/ 2882689 w 11269336"/>
              <a:gd name="connsiteY199" fmla="*/ 2099228 h 2323145"/>
              <a:gd name="connsiteX200" fmla="*/ 2881291 w 11269336"/>
              <a:gd name="connsiteY200" fmla="*/ 2099618 h 2323145"/>
              <a:gd name="connsiteX201" fmla="*/ 2853979 w 11269336"/>
              <a:gd name="connsiteY201" fmla="*/ 2090388 h 2323145"/>
              <a:gd name="connsiteX202" fmla="*/ 2791790 w 11269336"/>
              <a:gd name="connsiteY202" fmla="*/ 2080332 h 2323145"/>
              <a:gd name="connsiteX203" fmla="*/ 2755844 w 11269336"/>
              <a:gd name="connsiteY203" fmla="*/ 2078874 h 2323145"/>
              <a:gd name="connsiteX204" fmla="*/ 2657742 w 11269336"/>
              <a:gd name="connsiteY204" fmla="*/ 2070179 h 2323145"/>
              <a:gd name="connsiteX205" fmla="*/ 2559549 w 11269336"/>
              <a:gd name="connsiteY205" fmla="*/ 2057873 h 2323145"/>
              <a:gd name="connsiteX206" fmla="*/ 2512054 w 11269336"/>
              <a:gd name="connsiteY206" fmla="*/ 2031671 h 2323145"/>
              <a:gd name="connsiteX207" fmla="*/ 2506437 w 11269336"/>
              <a:gd name="connsiteY207" fmla="*/ 2030918 h 2323145"/>
              <a:gd name="connsiteX208" fmla="*/ 2491752 w 11269336"/>
              <a:gd name="connsiteY208" fmla="*/ 2033906 h 2323145"/>
              <a:gd name="connsiteX209" fmla="*/ 2486338 w 11269336"/>
              <a:gd name="connsiteY209" fmla="*/ 2035862 h 2323145"/>
              <a:gd name="connsiteX210" fmla="*/ 2478186 w 11269336"/>
              <a:gd name="connsiteY210" fmla="*/ 2036953 h 2323145"/>
              <a:gd name="connsiteX211" fmla="*/ 2477950 w 11269336"/>
              <a:gd name="connsiteY211" fmla="*/ 2036715 h 2323145"/>
              <a:gd name="connsiteX212" fmla="*/ 2470381 w 11269336"/>
              <a:gd name="connsiteY212" fmla="*/ 2038256 h 2323145"/>
              <a:gd name="connsiteX213" fmla="*/ 2433781 w 11269336"/>
              <a:gd name="connsiteY213" fmla="*/ 2049140 h 2323145"/>
              <a:gd name="connsiteX214" fmla="*/ 2381172 w 11269336"/>
              <a:gd name="connsiteY214" fmla="*/ 2030645 h 2323145"/>
              <a:gd name="connsiteX215" fmla="*/ 2360198 w 11269336"/>
              <a:gd name="connsiteY215" fmla="*/ 2029059 h 2323145"/>
              <a:gd name="connsiteX216" fmla="*/ 2348815 w 11269336"/>
              <a:gd name="connsiteY216" fmla="*/ 2026798 h 2323145"/>
              <a:gd name="connsiteX217" fmla="*/ 2347988 w 11269336"/>
              <a:gd name="connsiteY217" fmla="*/ 2025745 h 2323145"/>
              <a:gd name="connsiteX218" fmla="*/ 2312920 w 11269336"/>
              <a:gd name="connsiteY218" fmla="*/ 2036311 h 2323145"/>
              <a:gd name="connsiteX219" fmla="*/ 2307986 w 11269336"/>
              <a:gd name="connsiteY219" fmla="*/ 2035583 h 2323145"/>
              <a:gd name="connsiteX220" fmla="*/ 2285481 w 11269336"/>
              <a:gd name="connsiteY220" fmla="*/ 2045197 h 2323145"/>
              <a:gd name="connsiteX221" fmla="*/ 2273666 w 11269336"/>
              <a:gd name="connsiteY221" fmla="*/ 2048710 h 2323145"/>
              <a:gd name="connsiteX222" fmla="*/ 2270719 w 11269336"/>
              <a:gd name="connsiteY222" fmla="*/ 2052702 h 2323145"/>
              <a:gd name="connsiteX223" fmla="*/ 2253080 w 11269336"/>
              <a:gd name="connsiteY223" fmla="*/ 2056363 h 2323145"/>
              <a:gd name="connsiteX224" fmla="*/ 2250906 w 11269336"/>
              <a:gd name="connsiteY224" fmla="*/ 2055654 h 2323145"/>
              <a:gd name="connsiteX225" fmla="*/ 2236905 w 11269336"/>
              <a:gd name="connsiteY225" fmla="*/ 2062882 h 2323145"/>
              <a:gd name="connsiteX226" fmla="*/ 2225830 w 11269336"/>
              <a:gd name="connsiteY226" fmla="*/ 2074027 h 2323145"/>
              <a:gd name="connsiteX227" fmla="*/ 2073776 w 11269336"/>
              <a:gd name="connsiteY227" fmla="*/ 2089244 h 2323145"/>
              <a:gd name="connsiteX228" fmla="*/ 1948256 w 11269336"/>
              <a:gd name="connsiteY228" fmla="*/ 2146616 h 2323145"/>
              <a:gd name="connsiteX229" fmla="*/ 1865582 w 11269336"/>
              <a:gd name="connsiteY229" fmla="*/ 2153738 h 2323145"/>
              <a:gd name="connsiteX230" fmla="*/ 1835210 w 11269336"/>
              <a:gd name="connsiteY230" fmla="*/ 2134244 h 2323145"/>
              <a:gd name="connsiteX231" fmla="*/ 1632661 w 11269336"/>
              <a:gd name="connsiteY231" fmla="*/ 2173882 h 2323145"/>
              <a:gd name="connsiteX232" fmla="*/ 1579590 w 11269336"/>
              <a:gd name="connsiteY232" fmla="*/ 2173680 h 2323145"/>
              <a:gd name="connsiteX233" fmla="*/ 1535601 w 11269336"/>
              <a:gd name="connsiteY233" fmla="*/ 2194590 h 2323145"/>
              <a:gd name="connsiteX234" fmla="*/ 1515594 w 11269336"/>
              <a:gd name="connsiteY234" fmla="*/ 2189622 h 2323145"/>
              <a:gd name="connsiteX235" fmla="*/ 1512113 w 11269336"/>
              <a:gd name="connsiteY235" fmla="*/ 2188534 h 2323145"/>
              <a:gd name="connsiteX236" fmla="*/ 1498838 w 11269336"/>
              <a:gd name="connsiteY236" fmla="*/ 2189213 h 2323145"/>
              <a:gd name="connsiteX237" fmla="*/ 1494279 w 11269336"/>
              <a:gd name="connsiteY237" fmla="*/ 2183112 h 2323145"/>
              <a:gd name="connsiteX238" fmla="*/ 1473714 w 11269336"/>
              <a:gd name="connsiteY238" fmla="*/ 2179625 h 2323145"/>
              <a:gd name="connsiteX239" fmla="*/ 1449503 w 11269336"/>
              <a:gd name="connsiteY239" fmla="*/ 2182633 h 2323145"/>
              <a:gd name="connsiteX240" fmla="*/ 1266687 w 11269336"/>
              <a:gd name="connsiteY240" fmla="*/ 2212688 h 2323145"/>
              <a:gd name="connsiteX241" fmla="*/ 1239614 w 11269336"/>
              <a:gd name="connsiteY241" fmla="*/ 2209727 h 2323145"/>
              <a:gd name="connsiteX242" fmla="*/ 1202436 w 11269336"/>
              <a:gd name="connsiteY242" fmla="*/ 2209817 h 2323145"/>
              <a:gd name="connsiteX243" fmla="*/ 1136097 w 11269336"/>
              <a:gd name="connsiteY243" fmla="*/ 2205112 h 2323145"/>
              <a:gd name="connsiteX244" fmla="*/ 988232 w 11269336"/>
              <a:gd name="connsiteY244" fmla="*/ 2235635 h 2323145"/>
              <a:gd name="connsiteX245" fmla="*/ 981959 w 11269336"/>
              <a:gd name="connsiteY245" fmla="*/ 2231607 h 2323145"/>
              <a:gd name="connsiteX246" fmla="*/ 938600 w 11269336"/>
              <a:gd name="connsiteY246" fmla="*/ 2238113 h 2323145"/>
              <a:gd name="connsiteX247" fmla="*/ 791788 w 11269336"/>
              <a:gd name="connsiteY247" fmla="*/ 2293224 h 2323145"/>
              <a:gd name="connsiteX248" fmla="*/ 706914 w 11269336"/>
              <a:gd name="connsiteY248" fmla="*/ 2305046 h 2323145"/>
              <a:gd name="connsiteX249" fmla="*/ 675971 w 11269336"/>
              <a:gd name="connsiteY249" fmla="*/ 2304030 h 2323145"/>
              <a:gd name="connsiteX250" fmla="*/ 624180 w 11269336"/>
              <a:gd name="connsiteY250" fmla="*/ 2302650 h 2323145"/>
              <a:gd name="connsiteX251" fmla="*/ 583453 w 11269336"/>
              <a:gd name="connsiteY251" fmla="*/ 2288788 h 2323145"/>
              <a:gd name="connsiteX252" fmla="*/ 540946 w 11269336"/>
              <a:gd name="connsiteY252" fmla="*/ 2292721 h 2323145"/>
              <a:gd name="connsiteX253" fmla="*/ 533680 w 11269336"/>
              <a:gd name="connsiteY253" fmla="*/ 2310233 h 2323145"/>
              <a:gd name="connsiteX254" fmla="*/ 487366 w 11269336"/>
              <a:gd name="connsiteY254" fmla="*/ 2309053 h 2323145"/>
              <a:gd name="connsiteX255" fmla="*/ 416820 w 11269336"/>
              <a:gd name="connsiteY255" fmla="*/ 2305443 h 2323145"/>
              <a:gd name="connsiteX256" fmla="*/ 376805 w 11269336"/>
              <a:gd name="connsiteY256" fmla="*/ 2307647 h 2323145"/>
              <a:gd name="connsiteX257" fmla="*/ 266777 w 11269336"/>
              <a:gd name="connsiteY257" fmla="*/ 2309012 h 2323145"/>
              <a:gd name="connsiteX258" fmla="*/ 156013 w 11269336"/>
              <a:gd name="connsiteY258" fmla="*/ 2306832 h 2323145"/>
              <a:gd name="connsiteX259" fmla="*/ 87258 w 11269336"/>
              <a:gd name="connsiteY259" fmla="*/ 2285511 h 2323145"/>
              <a:gd name="connsiteX260" fmla="*/ 23798 w 11269336"/>
              <a:gd name="connsiteY260" fmla="*/ 2281822 h 2323145"/>
              <a:gd name="connsiteX261" fmla="*/ 0 w 11269336"/>
              <a:gd name="connsiteY261" fmla="*/ 2285369 h 2323145"/>
              <a:gd name="connsiteX262" fmla="*/ 0 w 11269336"/>
              <a:gd name="connsiteY26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678455 w 11269336"/>
              <a:gd name="connsiteY142" fmla="*/ 2156131 h 2323145"/>
              <a:gd name="connsiteX143" fmla="*/ 4593061 w 11269336"/>
              <a:gd name="connsiteY143" fmla="*/ 2171597 h 2323145"/>
              <a:gd name="connsiteX144" fmla="*/ 4533444 w 11269336"/>
              <a:gd name="connsiteY144" fmla="*/ 2181200 h 2323145"/>
              <a:gd name="connsiteX145" fmla="*/ 4492832 w 11269336"/>
              <a:gd name="connsiteY145" fmla="*/ 2188033 h 2323145"/>
              <a:gd name="connsiteX146" fmla="*/ 4467257 w 11269336"/>
              <a:gd name="connsiteY146" fmla="*/ 2196121 h 2323145"/>
              <a:gd name="connsiteX147" fmla="*/ 4459937 w 11269336"/>
              <a:gd name="connsiteY147" fmla="*/ 2195182 h 2323145"/>
              <a:gd name="connsiteX148" fmla="*/ 4433312 w 11269336"/>
              <a:gd name="connsiteY148" fmla="*/ 2199004 h 2323145"/>
              <a:gd name="connsiteX149" fmla="*/ 4420601 w 11269336"/>
              <a:gd name="connsiteY149" fmla="*/ 2205158 h 2323145"/>
              <a:gd name="connsiteX150" fmla="*/ 4405765 w 11269336"/>
              <a:gd name="connsiteY150" fmla="*/ 2199902 h 2323145"/>
              <a:gd name="connsiteX151" fmla="*/ 4401354 w 11269336"/>
              <a:gd name="connsiteY151" fmla="*/ 2194745 h 2323145"/>
              <a:gd name="connsiteX152" fmla="*/ 4383151 w 11269336"/>
              <a:gd name="connsiteY152" fmla="*/ 2201140 h 2323145"/>
              <a:gd name="connsiteX153" fmla="*/ 4366646 w 11269336"/>
              <a:gd name="connsiteY153" fmla="*/ 2198564 h 2323145"/>
              <a:gd name="connsiteX154" fmla="*/ 4354009 w 11269336"/>
              <a:gd name="connsiteY154" fmla="*/ 2204984 h 2323145"/>
              <a:gd name="connsiteX155" fmla="*/ 4348284 w 11269336"/>
              <a:gd name="connsiteY155" fmla="*/ 2205270 h 2323145"/>
              <a:gd name="connsiteX156" fmla="*/ 4333906 w 11269336"/>
              <a:gd name="connsiteY156" fmla="*/ 2205251 h 2323145"/>
              <a:gd name="connsiteX157" fmla="*/ 4308819 w 11269336"/>
              <a:gd name="connsiteY157" fmla="*/ 2203822 h 2323145"/>
              <a:gd name="connsiteX158" fmla="*/ 4301210 w 11269336"/>
              <a:gd name="connsiteY158" fmla="*/ 2204456 h 2323145"/>
              <a:gd name="connsiteX159" fmla="*/ 4283095 w 11269336"/>
              <a:gd name="connsiteY159" fmla="*/ 2198177 h 2323145"/>
              <a:gd name="connsiteX160" fmla="*/ 4250119 w 11269336"/>
              <a:gd name="connsiteY160" fmla="*/ 2196342 h 2323145"/>
              <a:gd name="connsiteX161" fmla="*/ 4189203 w 11269336"/>
              <a:gd name="connsiteY161" fmla="*/ 2178994 h 2323145"/>
              <a:gd name="connsiteX162" fmla="*/ 4154035 w 11269336"/>
              <a:gd name="connsiteY162" fmla="*/ 2171950 h 2323145"/>
              <a:gd name="connsiteX163" fmla="*/ 4129569 w 11269336"/>
              <a:gd name="connsiteY163" fmla="*/ 2163850 h 2323145"/>
              <a:gd name="connsiteX164" fmla="*/ 4061250 w 11269336"/>
              <a:gd name="connsiteY164" fmla="*/ 2159236 h 2323145"/>
              <a:gd name="connsiteX165" fmla="*/ 3945480 w 11269336"/>
              <a:gd name="connsiteY165" fmla="*/ 2158279 h 2323145"/>
              <a:gd name="connsiteX166" fmla="*/ 3921468 w 11269336"/>
              <a:gd name="connsiteY166" fmla="*/ 2156588 h 2323145"/>
              <a:gd name="connsiteX167" fmla="*/ 3903348 w 11269336"/>
              <a:gd name="connsiteY167" fmla="*/ 2149220 h 2323145"/>
              <a:gd name="connsiteX168" fmla="*/ 3901342 w 11269336"/>
              <a:gd name="connsiteY168" fmla="*/ 2142355 h 2323145"/>
              <a:gd name="connsiteX169" fmla="*/ 3888539 w 11269336"/>
              <a:gd name="connsiteY169" fmla="*/ 2140476 h 2323145"/>
              <a:gd name="connsiteX170" fmla="*/ 3885662 w 11269336"/>
              <a:gd name="connsiteY170" fmla="*/ 2138740 h 2323145"/>
              <a:gd name="connsiteX171" fmla="*/ 3868627 w 11269336"/>
              <a:gd name="connsiteY171" fmla="*/ 2130023 h 2323145"/>
              <a:gd name="connsiteX172" fmla="*/ 3819177 w 11269336"/>
              <a:gd name="connsiteY172" fmla="*/ 2142111 h 2323145"/>
              <a:gd name="connsiteX173" fmla="*/ 3769100 w 11269336"/>
              <a:gd name="connsiteY173" fmla="*/ 2131731 h 2323145"/>
              <a:gd name="connsiteX174" fmla="*/ 3562752 w 11269336"/>
              <a:gd name="connsiteY174" fmla="*/ 2131785 h 2323145"/>
              <a:gd name="connsiteX175" fmla="*/ 3541402 w 11269336"/>
              <a:gd name="connsiteY175" fmla="*/ 2106821 h 2323145"/>
              <a:gd name="connsiteX176" fmla="*/ 3365341 w 11269336"/>
              <a:gd name="connsiteY176" fmla="*/ 2077638 h 2323145"/>
              <a:gd name="connsiteX177" fmla="*/ 3170922 w 11269336"/>
              <a:gd name="connsiteY177" fmla="*/ 2115957 h 2323145"/>
              <a:gd name="connsiteX178" fmla="*/ 3156256 w 11269336"/>
              <a:gd name="connsiteY178" fmla="*/ 2124773 h 2323145"/>
              <a:gd name="connsiteX179" fmla="*/ 3140298 w 11269336"/>
              <a:gd name="connsiteY179" fmla="*/ 2129182 h 2323145"/>
              <a:gd name="connsiteX180" fmla="*/ 3138514 w 11269336"/>
              <a:gd name="connsiteY180" fmla="*/ 2128069 h 2323145"/>
              <a:gd name="connsiteX181" fmla="*/ 3120467 w 11269336"/>
              <a:gd name="connsiteY181" fmla="*/ 2128281 h 2323145"/>
              <a:gd name="connsiteX182" fmla="*/ 3116175 w 11269336"/>
              <a:gd name="connsiteY182" fmla="*/ 2131633 h 2323145"/>
              <a:gd name="connsiteX183" fmla="*/ 3103685 w 11269336"/>
              <a:gd name="connsiteY183" fmla="*/ 2132814 h 2323145"/>
              <a:gd name="connsiteX184" fmla="*/ 3078794 w 11269336"/>
              <a:gd name="connsiteY184" fmla="*/ 2137935 h 2323145"/>
              <a:gd name="connsiteX185" fmla="*/ 3074407 w 11269336"/>
              <a:gd name="connsiteY185" fmla="*/ 2136274 h 2323145"/>
              <a:gd name="connsiteX186" fmla="*/ 3037285 w 11269336"/>
              <a:gd name="connsiteY186" fmla="*/ 2139919 h 2323145"/>
              <a:gd name="connsiteX187" fmla="*/ 3036901 w 11269336"/>
              <a:gd name="connsiteY187" fmla="*/ 2138726 h 2323145"/>
              <a:gd name="connsiteX188" fmla="*/ 3026996 w 11269336"/>
              <a:gd name="connsiteY188" fmla="*/ 2134322 h 2323145"/>
              <a:gd name="connsiteX189" fmla="*/ 3007772 w 11269336"/>
              <a:gd name="connsiteY189" fmla="*/ 2128742 h 2323145"/>
              <a:gd name="connsiteX190" fmla="*/ 2965030 w 11269336"/>
              <a:gd name="connsiteY190" fmla="*/ 2100494 h 2323145"/>
              <a:gd name="connsiteX191" fmla="*/ 2926342 w 11269336"/>
              <a:gd name="connsiteY191" fmla="*/ 2104155 h 2323145"/>
              <a:gd name="connsiteX192" fmla="*/ 2918608 w 11269336"/>
              <a:gd name="connsiteY192" fmla="*/ 2104215 h 2323145"/>
              <a:gd name="connsiteX193" fmla="*/ 2918475 w 11269336"/>
              <a:gd name="connsiteY193" fmla="*/ 2103937 h 2323145"/>
              <a:gd name="connsiteX194" fmla="*/ 2910360 w 11269336"/>
              <a:gd name="connsiteY194" fmla="*/ 2103444 h 2323145"/>
              <a:gd name="connsiteX195" fmla="*/ 2904507 w 11269336"/>
              <a:gd name="connsiteY195" fmla="*/ 2104326 h 2323145"/>
              <a:gd name="connsiteX196" fmla="*/ 2889503 w 11269336"/>
              <a:gd name="connsiteY196" fmla="*/ 2104443 h 2323145"/>
              <a:gd name="connsiteX197" fmla="*/ 2884480 w 11269336"/>
              <a:gd name="connsiteY197" fmla="*/ 2102626 h 2323145"/>
              <a:gd name="connsiteX198" fmla="*/ 2882689 w 11269336"/>
              <a:gd name="connsiteY198" fmla="*/ 2099228 h 2323145"/>
              <a:gd name="connsiteX199" fmla="*/ 2881291 w 11269336"/>
              <a:gd name="connsiteY199" fmla="*/ 2099618 h 2323145"/>
              <a:gd name="connsiteX200" fmla="*/ 2853979 w 11269336"/>
              <a:gd name="connsiteY200" fmla="*/ 2090388 h 2323145"/>
              <a:gd name="connsiteX201" fmla="*/ 2791790 w 11269336"/>
              <a:gd name="connsiteY201" fmla="*/ 2080332 h 2323145"/>
              <a:gd name="connsiteX202" fmla="*/ 2755844 w 11269336"/>
              <a:gd name="connsiteY202" fmla="*/ 2078874 h 2323145"/>
              <a:gd name="connsiteX203" fmla="*/ 2657742 w 11269336"/>
              <a:gd name="connsiteY203" fmla="*/ 2070179 h 2323145"/>
              <a:gd name="connsiteX204" fmla="*/ 2559549 w 11269336"/>
              <a:gd name="connsiteY204" fmla="*/ 2057873 h 2323145"/>
              <a:gd name="connsiteX205" fmla="*/ 2512054 w 11269336"/>
              <a:gd name="connsiteY205" fmla="*/ 2031671 h 2323145"/>
              <a:gd name="connsiteX206" fmla="*/ 2506437 w 11269336"/>
              <a:gd name="connsiteY206" fmla="*/ 2030918 h 2323145"/>
              <a:gd name="connsiteX207" fmla="*/ 2491752 w 11269336"/>
              <a:gd name="connsiteY207" fmla="*/ 2033906 h 2323145"/>
              <a:gd name="connsiteX208" fmla="*/ 2486338 w 11269336"/>
              <a:gd name="connsiteY208" fmla="*/ 2035862 h 2323145"/>
              <a:gd name="connsiteX209" fmla="*/ 2478186 w 11269336"/>
              <a:gd name="connsiteY209" fmla="*/ 2036953 h 2323145"/>
              <a:gd name="connsiteX210" fmla="*/ 2477950 w 11269336"/>
              <a:gd name="connsiteY210" fmla="*/ 2036715 h 2323145"/>
              <a:gd name="connsiteX211" fmla="*/ 2470381 w 11269336"/>
              <a:gd name="connsiteY211" fmla="*/ 2038256 h 2323145"/>
              <a:gd name="connsiteX212" fmla="*/ 2433781 w 11269336"/>
              <a:gd name="connsiteY212" fmla="*/ 2049140 h 2323145"/>
              <a:gd name="connsiteX213" fmla="*/ 2381172 w 11269336"/>
              <a:gd name="connsiteY213" fmla="*/ 2030645 h 2323145"/>
              <a:gd name="connsiteX214" fmla="*/ 2360198 w 11269336"/>
              <a:gd name="connsiteY214" fmla="*/ 2029059 h 2323145"/>
              <a:gd name="connsiteX215" fmla="*/ 2348815 w 11269336"/>
              <a:gd name="connsiteY215" fmla="*/ 2026798 h 2323145"/>
              <a:gd name="connsiteX216" fmla="*/ 2347988 w 11269336"/>
              <a:gd name="connsiteY216" fmla="*/ 2025745 h 2323145"/>
              <a:gd name="connsiteX217" fmla="*/ 2312920 w 11269336"/>
              <a:gd name="connsiteY217" fmla="*/ 2036311 h 2323145"/>
              <a:gd name="connsiteX218" fmla="*/ 2307986 w 11269336"/>
              <a:gd name="connsiteY218" fmla="*/ 2035583 h 2323145"/>
              <a:gd name="connsiteX219" fmla="*/ 2285481 w 11269336"/>
              <a:gd name="connsiteY219" fmla="*/ 2045197 h 2323145"/>
              <a:gd name="connsiteX220" fmla="*/ 2273666 w 11269336"/>
              <a:gd name="connsiteY220" fmla="*/ 2048710 h 2323145"/>
              <a:gd name="connsiteX221" fmla="*/ 2270719 w 11269336"/>
              <a:gd name="connsiteY221" fmla="*/ 2052702 h 2323145"/>
              <a:gd name="connsiteX222" fmla="*/ 2253080 w 11269336"/>
              <a:gd name="connsiteY222" fmla="*/ 2056363 h 2323145"/>
              <a:gd name="connsiteX223" fmla="*/ 2250906 w 11269336"/>
              <a:gd name="connsiteY223" fmla="*/ 2055654 h 2323145"/>
              <a:gd name="connsiteX224" fmla="*/ 2236905 w 11269336"/>
              <a:gd name="connsiteY224" fmla="*/ 2062882 h 2323145"/>
              <a:gd name="connsiteX225" fmla="*/ 2225830 w 11269336"/>
              <a:gd name="connsiteY225" fmla="*/ 2074027 h 2323145"/>
              <a:gd name="connsiteX226" fmla="*/ 2073776 w 11269336"/>
              <a:gd name="connsiteY226" fmla="*/ 2089244 h 2323145"/>
              <a:gd name="connsiteX227" fmla="*/ 1948256 w 11269336"/>
              <a:gd name="connsiteY227" fmla="*/ 2146616 h 2323145"/>
              <a:gd name="connsiteX228" fmla="*/ 1865582 w 11269336"/>
              <a:gd name="connsiteY228" fmla="*/ 2153738 h 2323145"/>
              <a:gd name="connsiteX229" fmla="*/ 1835210 w 11269336"/>
              <a:gd name="connsiteY229" fmla="*/ 2134244 h 2323145"/>
              <a:gd name="connsiteX230" fmla="*/ 1632661 w 11269336"/>
              <a:gd name="connsiteY230" fmla="*/ 2173882 h 2323145"/>
              <a:gd name="connsiteX231" fmla="*/ 1579590 w 11269336"/>
              <a:gd name="connsiteY231" fmla="*/ 2173680 h 2323145"/>
              <a:gd name="connsiteX232" fmla="*/ 1535601 w 11269336"/>
              <a:gd name="connsiteY232" fmla="*/ 2194590 h 2323145"/>
              <a:gd name="connsiteX233" fmla="*/ 1515594 w 11269336"/>
              <a:gd name="connsiteY233" fmla="*/ 2189622 h 2323145"/>
              <a:gd name="connsiteX234" fmla="*/ 1512113 w 11269336"/>
              <a:gd name="connsiteY234" fmla="*/ 2188534 h 2323145"/>
              <a:gd name="connsiteX235" fmla="*/ 1498838 w 11269336"/>
              <a:gd name="connsiteY235" fmla="*/ 2189213 h 2323145"/>
              <a:gd name="connsiteX236" fmla="*/ 1494279 w 11269336"/>
              <a:gd name="connsiteY236" fmla="*/ 2183112 h 2323145"/>
              <a:gd name="connsiteX237" fmla="*/ 1473714 w 11269336"/>
              <a:gd name="connsiteY237" fmla="*/ 2179625 h 2323145"/>
              <a:gd name="connsiteX238" fmla="*/ 1449503 w 11269336"/>
              <a:gd name="connsiteY238" fmla="*/ 2182633 h 2323145"/>
              <a:gd name="connsiteX239" fmla="*/ 1266687 w 11269336"/>
              <a:gd name="connsiteY239" fmla="*/ 2212688 h 2323145"/>
              <a:gd name="connsiteX240" fmla="*/ 1239614 w 11269336"/>
              <a:gd name="connsiteY240" fmla="*/ 2209727 h 2323145"/>
              <a:gd name="connsiteX241" fmla="*/ 1202436 w 11269336"/>
              <a:gd name="connsiteY241" fmla="*/ 2209817 h 2323145"/>
              <a:gd name="connsiteX242" fmla="*/ 1136097 w 11269336"/>
              <a:gd name="connsiteY242" fmla="*/ 2205112 h 2323145"/>
              <a:gd name="connsiteX243" fmla="*/ 988232 w 11269336"/>
              <a:gd name="connsiteY243" fmla="*/ 2235635 h 2323145"/>
              <a:gd name="connsiteX244" fmla="*/ 981959 w 11269336"/>
              <a:gd name="connsiteY244" fmla="*/ 2231607 h 2323145"/>
              <a:gd name="connsiteX245" fmla="*/ 938600 w 11269336"/>
              <a:gd name="connsiteY245" fmla="*/ 2238113 h 2323145"/>
              <a:gd name="connsiteX246" fmla="*/ 791788 w 11269336"/>
              <a:gd name="connsiteY246" fmla="*/ 2293224 h 2323145"/>
              <a:gd name="connsiteX247" fmla="*/ 706914 w 11269336"/>
              <a:gd name="connsiteY247" fmla="*/ 2305046 h 2323145"/>
              <a:gd name="connsiteX248" fmla="*/ 675971 w 11269336"/>
              <a:gd name="connsiteY248" fmla="*/ 2304030 h 2323145"/>
              <a:gd name="connsiteX249" fmla="*/ 624180 w 11269336"/>
              <a:gd name="connsiteY249" fmla="*/ 2302650 h 2323145"/>
              <a:gd name="connsiteX250" fmla="*/ 583453 w 11269336"/>
              <a:gd name="connsiteY250" fmla="*/ 2288788 h 2323145"/>
              <a:gd name="connsiteX251" fmla="*/ 540946 w 11269336"/>
              <a:gd name="connsiteY251" fmla="*/ 2292721 h 2323145"/>
              <a:gd name="connsiteX252" fmla="*/ 533680 w 11269336"/>
              <a:gd name="connsiteY252" fmla="*/ 2310233 h 2323145"/>
              <a:gd name="connsiteX253" fmla="*/ 487366 w 11269336"/>
              <a:gd name="connsiteY253" fmla="*/ 2309053 h 2323145"/>
              <a:gd name="connsiteX254" fmla="*/ 416820 w 11269336"/>
              <a:gd name="connsiteY254" fmla="*/ 2305443 h 2323145"/>
              <a:gd name="connsiteX255" fmla="*/ 376805 w 11269336"/>
              <a:gd name="connsiteY255" fmla="*/ 2307647 h 2323145"/>
              <a:gd name="connsiteX256" fmla="*/ 266777 w 11269336"/>
              <a:gd name="connsiteY256" fmla="*/ 2309012 h 2323145"/>
              <a:gd name="connsiteX257" fmla="*/ 156013 w 11269336"/>
              <a:gd name="connsiteY257" fmla="*/ 2306832 h 2323145"/>
              <a:gd name="connsiteX258" fmla="*/ 87258 w 11269336"/>
              <a:gd name="connsiteY258" fmla="*/ 2285511 h 2323145"/>
              <a:gd name="connsiteX259" fmla="*/ 23798 w 11269336"/>
              <a:gd name="connsiteY259" fmla="*/ 2281822 h 2323145"/>
              <a:gd name="connsiteX260" fmla="*/ 0 w 11269336"/>
              <a:gd name="connsiteY260" fmla="*/ 2285369 h 2323145"/>
              <a:gd name="connsiteX261" fmla="*/ 0 w 11269336"/>
              <a:gd name="connsiteY261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702453 w 11269336"/>
              <a:gd name="connsiteY141" fmla="*/ 2151586 h 2323145"/>
              <a:gd name="connsiteX142" fmla="*/ 4593061 w 11269336"/>
              <a:gd name="connsiteY142" fmla="*/ 2171597 h 2323145"/>
              <a:gd name="connsiteX143" fmla="*/ 4533444 w 11269336"/>
              <a:gd name="connsiteY143" fmla="*/ 2181200 h 2323145"/>
              <a:gd name="connsiteX144" fmla="*/ 4492832 w 11269336"/>
              <a:gd name="connsiteY144" fmla="*/ 2188033 h 2323145"/>
              <a:gd name="connsiteX145" fmla="*/ 4467257 w 11269336"/>
              <a:gd name="connsiteY145" fmla="*/ 2196121 h 2323145"/>
              <a:gd name="connsiteX146" fmla="*/ 4459937 w 11269336"/>
              <a:gd name="connsiteY146" fmla="*/ 2195182 h 2323145"/>
              <a:gd name="connsiteX147" fmla="*/ 4433312 w 11269336"/>
              <a:gd name="connsiteY147" fmla="*/ 2199004 h 2323145"/>
              <a:gd name="connsiteX148" fmla="*/ 4420601 w 11269336"/>
              <a:gd name="connsiteY148" fmla="*/ 2205158 h 2323145"/>
              <a:gd name="connsiteX149" fmla="*/ 4405765 w 11269336"/>
              <a:gd name="connsiteY149" fmla="*/ 2199902 h 2323145"/>
              <a:gd name="connsiteX150" fmla="*/ 4401354 w 11269336"/>
              <a:gd name="connsiteY150" fmla="*/ 2194745 h 2323145"/>
              <a:gd name="connsiteX151" fmla="*/ 4383151 w 11269336"/>
              <a:gd name="connsiteY151" fmla="*/ 2201140 h 2323145"/>
              <a:gd name="connsiteX152" fmla="*/ 4366646 w 11269336"/>
              <a:gd name="connsiteY152" fmla="*/ 2198564 h 2323145"/>
              <a:gd name="connsiteX153" fmla="*/ 4354009 w 11269336"/>
              <a:gd name="connsiteY153" fmla="*/ 2204984 h 2323145"/>
              <a:gd name="connsiteX154" fmla="*/ 4348284 w 11269336"/>
              <a:gd name="connsiteY154" fmla="*/ 2205270 h 2323145"/>
              <a:gd name="connsiteX155" fmla="*/ 4333906 w 11269336"/>
              <a:gd name="connsiteY155" fmla="*/ 2205251 h 2323145"/>
              <a:gd name="connsiteX156" fmla="*/ 4308819 w 11269336"/>
              <a:gd name="connsiteY156" fmla="*/ 2203822 h 2323145"/>
              <a:gd name="connsiteX157" fmla="*/ 4301210 w 11269336"/>
              <a:gd name="connsiteY157" fmla="*/ 2204456 h 2323145"/>
              <a:gd name="connsiteX158" fmla="*/ 4283095 w 11269336"/>
              <a:gd name="connsiteY158" fmla="*/ 2198177 h 2323145"/>
              <a:gd name="connsiteX159" fmla="*/ 4250119 w 11269336"/>
              <a:gd name="connsiteY159" fmla="*/ 2196342 h 2323145"/>
              <a:gd name="connsiteX160" fmla="*/ 4189203 w 11269336"/>
              <a:gd name="connsiteY160" fmla="*/ 2178994 h 2323145"/>
              <a:gd name="connsiteX161" fmla="*/ 4154035 w 11269336"/>
              <a:gd name="connsiteY161" fmla="*/ 2171950 h 2323145"/>
              <a:gd name="connsiteX162" fmla="*/ 4129569 w 11269336"/>
              <a:gd name="connsiteY162" fmla="*/ 2163850 h 2323145"/>
              <a:gd name="connsiteX163" fmla="*/ 4061250 w 11269336"/>
              <a:gd name="connsiteY163" fmla="*/ 2159236 h 2323145"/>
              <a:gd name="connsiteX164" fmla="*/ 3945480 w 11269336"/>
              <a:gd name="connsiteY164" fmla="*/ 2158279 h 2323145"/>
              <a:gd name="connsiteX165" fmla="*/ 3921468 w 11269336"/>
              <a:gd name="connsiteY165" fmla="*/ 2156588 h 2323145"/>
              <a:gd name="connsiteX166" fmla="*/ 3903348 w 11269336"/>
              <a:gd name="connsiteY166" fmla="*/ 2149220 h 2323145"/>
              <a:gd name="connsiteX167" fmla="*/ 3901342 w 11269336"/>
              <a:gd name="connsiteY167" fmla="*/ 2142355 h 2323145"/>
              <a:gd name="connsiteX168" fmla="*/ 3888539 w 11269336"/>
              <a:gd name="connsiteY168" fmla="*/ 2140476 h 2323145"/>
              <a:gd name="connsiteX169" fmla="*/ 3885662 w 11269336"/>
              <a:gd name="connsiteY169" fmla="*/ 2138740 h 2323145"/>
              <a:gd name="connsiteX170" fmla="*/ 3868627 w 11269336"/>
              <a:gd name="connsiteY170" fmla="*/ 2130023 h 2323145"/>
              <a:gd name="connsiteX171" fmla="*/ 3819177 w 11269336"/>
              <a:gd name="connsiteY171" fmla="*/ 2142111 h 2323145"/>
              <a:gd name="connsiteX172" fmla="*/ 3769100 w 11269336"/>
              <a:gd name="connsiteY172" fmla="*/ 2131731 h 2323145"/>
              <a:gd name="connsiteX173" fmla="*/ 3562752 w 11269336"/>
              <a:gd name="connsiteY173" fmla="*/ 2131785 h 2323145"/>
              <a:gd name="connsiteX174" fmla="*/ 3541402 w 11269336"/>
              <a:gd name="connsiteY174" fmla="*/ 2106821 h 2323145"/>
              <a:gd name="connsiteX175" fmla="*/ 3365341 w 11269336"/>
              <a:gd name="connsiteY175" fmla="*/ 2077638 h 2323145"/>
              <a:gd name="connsiteX176" fmla="*/ 3170922 w 11269336"/>
              <a:gd name="connsiteY176" fmla="*/ 2115957 h 2323145"/>
              <a:gd name="connsiteX177" fmla="*/ 3156256 w 11269336"/>
              <a:gd name="connsiteY177" fmla="*/ 2124773 h 2323145"/>
              <a:gd name="connsiteX178" fmla="*/ 3140298 w 11269336"/>
              <a:gd name="connsiteY178" fmla="*/ 2129182 h 2323145"/>
              <a:gd name="connsiteX179" fmla="*/ 3138514 w 11269336"/>
              <a:gd name="connsiteY179" fmla="*/ 2128069 h 2323145"/>
              <a:gd name="connsiteX180" fmla="*/ 3120467 w 11269336"/>
              <a:gd name="connsiteY180" fmla="*/ 2128281 h 2323145"/>
              <a:gd name="connsiteX181" fmla="*/ 3116175 w 11269336"/>
              <a:gd name="connsiteY181" fmla="*/ 2131633 h 2323145"/>
              <a:gd name="connsiteX182" fmla="*/ 3103685 w 11269336"/>
              <a:gd name="connsiteY182" fmla="*/ 2132814 h 2323145"/>
              <a:gd name="connsiteX183" fmla="*/ 3078794 w 11269336"/>
              <a:gd name="connsiteY183" fmla="*/ 2137935 h 2323145"/>
              <a:gd name="connsiteX184" fmla="*/ 3074407 w 11269336"/>
              <a:gd name="connsiteY184" fmla="*/ 2136274 h 2323145"/>
              <a:gd name="connsiteX185" fmla="*/ 3037285 w 11269336"/>
              <a:gd name="connsiteY185" fmla="*/ 2139919 h 2323145"/>
              <a:gd name="connsiteX186" fmla="*/ 3036901 w 11269336"/>
              <a:gd name="connsiteY186" fmla="*/ 2138726 h 2323145"/>
              <a:gd name="connsiteX187" fmla="*/ 3026996 w 11269336"/>
              <a:gd name="connsiteY187" fmla="*/ 2134322 h 2323145"/>
              <a:gd name="connsiteX188" fmla="*/ 3007772 w 11269336"/>
              <a:gd name="connsiteY188" fmla="*/ 2128742 h 2323145"/>
              <a:gd name="connsiteX189" fmla="*/ 2965030 w 11269336"/>
              <a:gd name="connsiteY189" fmla="*/ 2100494 h 2323145"/>
              <a:gd name="connsiteX190" fmla="*/ 2926342 w 11269336"/>
              <a:gd name="connsiteY190" fmla="*/ 2104155 h 2323145"/>
              <a:gd name="connsiteX191" fmla="*/ 2918608 w 11269336"/>
              <a:gd name="connsiteY191" fmla="*/ 2104215 h 2323145"/>
              <a:gd name="connsiteX192" fmla="*/ 2918475 w 11269336"/>
              <a:gd name="connsiteY192" fmla="*/ 2103937 h 2323145"/>
              <a:gd name="connsiteX193" fmla="*/ 2910360 w 11269336"/>
              <a:gd name="connsiteY193" fmla="*/ 2103444 h 2323145"/>
              <a:gd name="connsiteX194" fmla="*/ 2904507 w 11269336"/>
              <a:gd name="connsiteY194" fmla="*/ 2104326 h 2323145"/>
              <a:gd name="connsiteX195" fmla="*/ 2889503 w 11269336"/>
              <a:gd name="connsiteY195" fmla="*/ 2104443 h 2323145"/>
              <a:gd name="connsiteX196" fmla="*/ 2884480 w 11269336"/>
              <a:gd name="connsiteY196" fmla="*/ 2102626 h 2323145"/>
              <a:gd name="connsiteX197" fmla="*/ 2882689 w 11269336"/>
              <a:gd name="connsiteY197" fmla="*/ 2099228 h 2323145"/>
              <a:gd name="connsiteX198" fmla="*/ 2881291 w 11269336"/>
              <a:gd name="connsiteY198" fmla="*/ 2099618 h 2323145"/>
              <a:gd name="connsiteX199" fmla="*/ 2853979 w 11269336"/>
              <a:gd name="connsiteY199" fmla="*/ 2090388 h 2323145"/>
              <a:gd name="connsiteX200" fmla="*/ 2791790 w 11269336"/>
              <a:gd name="connsiteY200" fmla="*/ 2080332 h 2323145"/>
              <a:gd name="connsiteX201" fmla="*/ 2755844 w 11269336"/>
              <a:gd name="connsiteY201" fmla="*/ 2078874 h 2323145"/>
              <a:gd name="connsiteX202" fmla="*/ 2657742 w 11269336"/>
              <a:gd name="connsiteY202" fmla="*/ 2070179 h 2323145"/>
              <a:gd name="connsiteX203" fmla="*/ 2559549 w 11269336"/>
              <a:gd name="connsiteY203" fmla="*/ 2057873 h 2323145"/>
              <a:gd name="connsiteX204" fmla="*/ 2512054 w 11269336"/>
              <a:gd name="connsiteY204" fmla="*/ 2031671 h 2323145"/>
              <a:gd name="connsiteX205" fmla="*/ 2506437 w 11269336"/>
              <a:gd name="connsiteY205" fmla="*/ 2030918 h 2323145"/>
              <a:gd name="connsiteX206" fmla="*/ 2491752 w 11269336"/>
              <a:gd name="connsiteY206" fmla="*/ 2033906 h 2323145"/>
              <a:gd name="connsiteX207" fmla="*/ 2486338 w 11269336"/>
              <a:gd name="connsiteY207" fmla="*/ 2035862 h 2323145"/>
              <a:gd name="connsiteX208" fmla="*/ 2478186 w 11269336"/>
              <a:gd name="connsiteY208" fmla="*/ 2036953 h 2323145"/>
              <a:gd name="connsiteX209" fmla="*/ 2477950 w 11269336"/>
              <a:gd name="connsiteY209" fmla="*/ 2036715 h 2323145"/>
              <a:gd name="connsiteX210" fmla="*/ 2470381 w 11269336"/>
              <a:gd name="connsiteY210" fmla="*/ 2038256 h 2323145"/>
              <a:gd name="connsiteX211" fmla="*/ 2433781 w 11269336"/>
              <a:gd name="connsiteY211" fmla="*/ 2049140 h 2323145"/>
              <a:gd name="connsiteX212" fmla="*/ 2381172 w 11269336"/>
              <a:gd name="connsiteY212" fmla="*/ 2030645 h 2323145"/>
              <a:gd name="connsiteX213" fmla="*/ 2360198 w 11269336"/>
              <a:gd name="connsiteY213" fmla="*/ 2029059 h 2323145"/>
              <a:gd name="connsiteX214" fmla="*/ 2348815 w 11269336"/>
              <a:gd name="connsiteY214" fmla="*/ 2026798 h 2323145"/>
              <a:gd name="connsiteX215" fmla="*/ 2347988 w 11269336"/>
              <a:gd name="connsiteY215" fmla="*/ 2025745 h 2323145"/>
              <a:gd name="connsiteX216" fmla="*/ 2312920 w 11269336"/>
              <a:gd name="connsiteY216" fmla="*/ 2036311 h 2323145"/>
              <a:gd name="connsiteX217" fmla="*/ 2307986 w 11269336"/>
              <a:gd name="connsiteY217" fmla="*/ 2035583 h 2323145"/>
              <a:gd name="connsiteX218" fmla="*/ 2285481 w 11269336"/>
              <a:gd name="connsiteY218" fmla="*/ 2045197 h 2323145"/>
              <a:gd name="connsiteX219" fmla="*/ 2273666 w 11269336"/>
              <a:gd name="connsiteY219" fmla="*/ 2048710 h 2323145"/>
              <a:gd name="connsiteX220" fmla="*/ 2270719 w 11269336"/>
              <a:gd name="connsiteY220" fmla="*/ 2052702 h 2323145"/>
              <a:gd name="connsiteX221" fmla="*/ 2253080 w 11269336"/>
              <a:gd name="connsiteY221" fmla="*/ 2056363 h 2323145"/>
              <a:gd name="connsiteX222" fmla="*/ 2250906 w 11269336"/>
              <a:gd name="connsiteY222" fmla="*/ 2055654 h 2323145"/>
              <a:gd name="connsiteX223" fmla="*/ 2236905 w 11269336"/>
              <a:gd name="connsiteY223" fmla="*/ 2062882 h 2323145"/>
              <a:gd name="connsiteX224" fmla="*/ 2225830 w 11269336"/>
              <a:gd name="connsiteY224" fmla="*/ 2074027 h 2323145"/>
              <a:gd name="connsiteX225" fmla="*/ 2073776 w 11269336"/>
              <a:gd name="connsiteY225" fmla="*/ 2089244 h 2323145"/>
              <a:gd name="connsiteX226" fmla="*/ 1948256 w 11269336"/>
              <a:gd name="connsiteY226" fmla="*/ 2146616 h 2323145"/>
              <a:gd name="connsiteX227" fmla="*/ 1865582 w 11269336"/>
              <a:gd name="connsiteY227" fmla="*/ 2153738 h 2323145"/>
              <a:gd name="connsiteX228" fmla="*/ 1835210 w 11269336"/>
              <a:gd name="connsiteY228" fmla="*/ 2134244 h 2323145"/>
              <a:gd name="connsiteX229" fmla="*/ 1632661 w 11269336"/>
              <a:gd name="connsiteY229" fmla="*/ 2173882 h 2323145"/>
              <a:gd name="connsiteX230" fmla="*/ 1579590 w 11269336"/>
              <a:gd name="connsiteY230" fmla="*/ 2173680 h 2323145"/>
              <a:gd name="connsiteX231" fmla="*/ 1535601 w 11269336"/>
              <a:gd name="connsiteY231" fmla="*/ 2194590 h 2323145"/>
              <a:gd name="connsiteX232" fmla="*/ 1515594 w 11269336"/>
              <a:gd name="connsiteY232" fmla="*/ 2189622 h 2323145"/>
              <a:gd name="connsiteX233" fmla="*/ 1512113 w 11269336"/>
              <a:gd name="connsiteY233" fmla="*/ 2188534 h 2323145"/>
              <a:gd name="connsiteX234" fmla="*/ 1498838 w 11269336"/>
              <a:gd name="connsiteY234" fmla="*/ 2189213 h 2323145"/>
              <a:gd name="connsiteX235" fmla="*/ 1494279 w 11269336"/>
              <a:gd name="connsiteY235" fmla="*/ 2183112 h 2323145"/>
              <a:gd name="connsiteX236" fmla="*/ 1473714 w 11269336"/>
              <a:gd name="connsiteY236" fmla="*/ 2179625 h 2323145"/>
              <a:gd name="connsiteX237" fmla="*/ 1449503 w 11269336"/>
              <a:gd name="connsiteY237" fmla="*/ 2182633 h 2323145"/>
              <a:gd name="connsiteX238" fmla="*/ 1266687 w 11269336"/>
              <a:gd name="connsiteY238" fmla="*/ 2212688 h 2323145"/>
              <a:gd name="connsiteX239" fmla="*/ 1239614 w 11269336"/>
              <a:gd name="connsiteY239" fmla="*/ 2209727 h 2323145"/>
              <a:gd name="connsiteX240" fmla="*/ 1202436 w 11269336"/>
              <a:gd name="connsiteY240" fmla="*/ 2209817 h 2323145"/>
              <a:gd name="connsiteX241" fmla="*/ 1136097 w 11269336"/>
              <a:gd name="connsiteY241" fmla="*/ 2205112 h 2323145"/>
              <a:gd name="connsiteX242" fmla="*/ 988232 w 11269336"/>
              <a:gd name="connsiteY242" fmla="*/ 2235635 h 2323145"/>
              <a:gd name="connsiteX243" fmla="*/ 981959 w 11269336"/>
              <a:gd name="connsiteY243" fmla="*/ 2231607 h 2323145"/>
              <a:gd name="connsiteX244" fmla="*/ 938600 w 11269336"/>
              <a:gd name="connsiteY244" fmla="*/ 2238113 h 2323145"/>
              <a:gd name="connsiteX245" fmla="*/ 791788 w 11269336"/>
              <a:gd name="connsiteY245" fmla="*/ 2293224 h 2323145"/>
              <a:gd name="connsiteX246" fmla="*/ 706914 w 11269336"/>
              <a:gd name="connsiteY246" fmla="*/ 2305046 h 2323145"/>
              <a:gd name="connsiteX247" fmla="*/ 675971 w 11269336"/>
              <a:gd name="connsiteY247" fmla="*/ 2304030 h 2323145"/>
              <a:gd name="connsiteX248" fmla="*/ 624180 w 11269336"/>
              <a:gd name="connsiteY248" fmla="*/ 2302650 h 2323145"/>
              <a:gd name="connsiteX249" fmla="*/ 583453 w 11269336"/>
              <a:gd name="connsiteY249" fmla="*/ 2288788 h 2323145"/>
              <a:gd name="connsiteX250" fmla="*/ 540946 w 11269336"/>
              <a:gd name="connsiteY250" fmla="*/ 2292721 h 2323145"/>
              <a:gd name="connsiteX251" fmla="*/ 533680 w 11269336"/>
              <a:gd name="connsiteY251" fmla="*/ 2310233 h 2323145"/>
              <a:gd name="connsiteX252" fmla="*/ 487366 w 11269336"/>
              <a:gd name="connsiteY252" fmla="*/ 2309053 h 2323145"/>
              <a:gd name="connsiteX253" fmla="*/ 416820 w 11269336"/>
              <a:gd name="connsiteY253" fmla="*/ 2305443 h 2323145"/>
              <a:gd name="connsiteX254" fmla="*/ 376805 w 11269336"/>
              <a:gd name="connsiteY254" fmla="*/ 2307647 h 2323145"/>
              <a:gd name="connsiteX255" fmla="*/ 266777 w 11269336"/>
              <a:gd name="connsiteY255" fmla="*/ 2309012 h 2323145"/>
              <a:gd name="connsiteX256" fmla="*/ 156013 w 11269336"/>
              <a:gd name="connsiteY256" fmla="*/ 2306832 h 2323145"/>
              <a:gd name="connsiteX257" fmla="*/ 87258 w 11269336"/>
              <a:gd name="connsiteY257" fmla="*/ 2285511 h 2323145"/>
              <a:gd name="connsiteX258" fmla="*/ 23798 w 11269336"/>
              <a:gd name="connsiteY258" fmla="*/ 2281822 h 2323145"/>
              <a:gd name="connsiteX259" fmla="*/ 0 w 11269336"/>
              <a:gd name="connsiteY259" fmla="*/ 2285369 h 2323145"/>
              <a:gd name="connsiteX260" fmla="*/ 0 w 11269336"/>
              <a:gd name="connsiteY260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807902 w 11269336"/>
              <a:gd name="connsiteY135" fmla="*/ 2138894 h 2323145"/>
              <a:gd name="connsiteX136" fmla="*/ 4765388 w 11269336"/>
              <a:gd name="connsiteY136" fmla="*/ 2162525 h 2323145"/>
              <a:gd name="connsiteX137" fmla="*/ 4745033 w 11269336"/>
              <a:gd name="connsiteY137" fmla="*/ 2158859 h 2323145"/>
              <a:gd name="connsiteX138" fmla="*/ 4741475 w 11269336"/>
              <a:gd name="connsiteY138" fmla="*/ 2157998 h 2323145"/>
              <a:gd name="connsiteX139" fmla="*/ 4728247 w 11269336"/>
              <a:gd name="connsiteY139" fmla="*/ 2159526 h 2323145"/>
              <a:gd name="connsiteX140" fmla="*/ 4723263 w 11269336"/>
              <a:gd name="connsiteY140" fmla="*/ 2153742 h 2323145"/>
              <a:gd name="connsiteX141" fmla="*/ 4593061 w 11269336"/>
              <a:gd name="connsiteY141" fmla="*/ 2171597 h 2323145"/>
              <a:gd name="connsiteX142" fmla="*/ 4533444 w 11269336"/>
              <a:gd name="connsiteY142" fmla="*/ 2181200 h 2323145"/>
              <a:gd name="connsiteX143" fmla="*/ 4492832 w 11269336"/>
              <a:gd name="connsiteY143" fmla="*/ 2188033 h 2323145"/>
              <a:gd name="connsiteX144" fmla="*/ 4467257 w 11269336"/>
              <a:gd name="connsiteY144" fmla="*/ 2196121 h 2323145"/>
              <a:gd name="connsiteX145" fmla="*/ 4459937 w 11269336"/>
              <a:gd name="connsiteY145" fmla="*/ 2195182 h 2323145"/>
              <a:gd name="connsiteX146" fmla="*/ 4433312 w 11269336"/>
              <a:gd name="connsiteY146" fmla="*/ 2199004 h 2323145"/>
              <a:gd name="connsiteX147" fmla="*/ 4420601 w 11269336"/>
              <a:gd name="connsiteY147" fmla="*/ 2205158 h 2323145"/>
              <a:gd name="connsiteX148" fmla="*/ 4405765 w 11269336"/>
              <a:gd name="connsiteY148" fmla="*/ 2199902 h 2323145"/>
              <a:gd name="connsiteX149" fmla="*/ 4401354 w 11269336"/>
              <a:gd name="connsiteY149" fmla="*/ 2194745 h 2323145"/>
              <a:gd name="connsiteX150" fmla="*/ 4383151 w 11269336"/>
              <a:gd name="connsiteY150" fmla="*/ 2201140 h 2323145"/>
              <a:gd name="connsiteX151" fmla="*/ 4366646 w 11269336"/>
              <a:gd name="connsiteY151" fmla="*/ 2198564 h 2323145"/>
              <a:gd name="connsiteX152" fmla="*/ 4354009 w 11269336"/>
              <a:gd name="connsiteY152" fmla="*/ 2204984 h 2323145"/>
              <a:gd name="connsiteX153" fmla="*/ 4348284 w 11269336"/>
              <a:gd name="connsiteY153" fmla="*/ 2205270 h 2323145"/>
              <a:gd name="connsiteX154" fmla="*/ 4333906 w 11269336"/>
              <a:gd name="connsiteY154" fmla="*/ 2205251 h 2323145"/>
              <a:gd name="connsiteX155" fmla="*/ 4308819 w 11269336"/>
              <a:gd name="connsiteY155" fmla="*/ 2203822 h 2323145"/>
              <a:gd name="connsiteX156" fmla="*/ 4301210 w 11269336"/>
              <a:gd name="connsiteY156" fmla="*/ 2204456 h 2323145"/>
              <a:gd name="connsiteX157" fmla="*/ 4283095 w 11269336"/>
              <a:gd name="connsiteY157" fmla="*/ 2198177 h 2323145"/>
              <a:gd name="connsiteX158" fmla="*/ 4250119 w 11269336"/>
              <a:gd name="connsiteY158" fmla="*/ 2196342 h 2323145"/>
              <a:gd name="connsiteX159" fmla="*/ 4189203 w 11269336"/>
              <a:gd name="connsiteY159" fmla="*/ 2178994 h 2323145"/>
              <a:gd name="connsiteX160" fmla="*/ 4154035 w 11269336"/>
              <a:gd name="connsiteY160" fmla="*/ 2171950 h 2323145"/>
              <a:gd name="connsiteX161" fmla="*/ 4129569 w 11269336"/>
              <a:gd name="connsiteY161" fmla="*/ 2163850 h 2323145"/>
              <a:gd name="connsiteX162" fmla="*/ 4061250 w 11269336"/>
              <a:gd name="connsiteY162" fmla="*/ 2159236 h 2323145"/>
              <a:gd name="connsiteX163" fmla="*/ 3945480 w 11269336"/>
              <a:gd name="connsiteY163" fmla="*/ 2158279 h 2323145"/>
              <a:gd name="connsiteX164" fmla="*/ 3921468 w 11269336"/>
              <a:gd name="connsiteY164" fmla="*/ 2156588 h 2323145"/>
              <a:gd name="connsiteX165" fmla="*/ 3903348 w 11269336"/>
              <a:gd name="connsiteY165" fmla="*/ 2149220 h 2323145"/>
              <a:gd name="connsiteX166" fmla="*/ 3901342 w 11269336"/>
              <a:gd name="connsiteY166" fmla="*/ 2142355 h 2323145"/>
              <a:gd name="connsiteX167" fmla="*/ 3888539 w 11269336"/>
              <a:gd name="connsiteY167" fmla="*/ 2140476 h 2323145"/>
              <a:gd name="connsiteX168" fmla="*/ 3885662 w 11269336"/>
              <a:gd name="connsiteY168" fmla="*/ 2138740 h 2323145"/>
              <a:gd name="connsiteX169" fmla="*/ 3868627 w 11269336"/>
              <a:gd name="connsiteY169" fmla="*/ 2130023 h 2323145"/>
              <a:gd name="connsiteX170" fmla="*/ 3819177 w 11269336"/>
              <a:gd name="connsiteY170" fmla="*/ 2142111 h 2323145"/>
              <a:gd name="connsiteX171" fmla="*/ 3769100 w 11269336"/>
              <a:gd name="connsiteY171" fmla="*/ 2131731 h 2323145"/>
              <a:gd name="connsiteX172" fmla="*/ 3562752 w 11269336"/>
              <a:gd name="connsiteY172" fmla="*/ 2131785 h 2323145"/>
              <a:gd name="connsiteX173" fmla="*/ 3541402 w 11269336"/>
              <a:gd name="connsiteY173" fmla="*/ 2106821 h 2323145"/>
              <a:gd name="connsiteX174" fmla="*/ 3365341 w 11269336"/>
              <a:gd name="connsiteY174" fmla="*/ 2077638 h 2323145"/>
              <a:gd name="connsiteX175" fmla="*/ 3170922 w 11269336"/>
              <a:gd name="connsiteY175" fmla="*/ 2115957 h 2323145"/>
              <a:gd name="connsiteX176" fmla="*/ 3156256 w 11269336"/>
              <a:gd name="connsiteY176" fmla="*/ 2124773 h 2323145"/>
              <a:gd name="connsiteX177" fmla="*/ 3140298 w 11269336"/>
              <a:gd name="connsiteY177" fmla="*/ 2129182 h 2323145"/>
              <a:gd name="connsiteX178" fmla="*/ 3138514 w 11269336"/>
              <a:gd name="connsiteY178" fmla="*/ 2128069 h 2323145"/>
              <a:gd name="connsiteX179" fmla="*/ 3120467 w 11269336"/>
              <a:gd name="connsiteY179" fmla="*/ 2128281 h 2323145"/>
              <a:gd name="connsiteX180" fmla="*/ 3116175 w 11269336"/>
              <a:gd name="connsiteY180" fmla="*/ 2131633 h 2323145"/>
              <a:gd name="connsiteX181" fmla="*/ 3103685 w 11269336"/>
              <a:gd name="connsiteY181" fmla="*/ 2132814 h 2323145"/>
              <a:gd name="connsiteX182" fmla="*/ 3078794 w 11269336"/>
              <a:gd name="connsiteY182" fmla="*/ 2137935 h 2323145"/>
              <a:gd name="connsiteX183" fmla="*/ 3074407 w 11269336"/>
              <a:gd name="connsiteY183" fmla="*/ 2136274 h 2323145"/>
              <a:gd name="connsiteX184" fmla="*/ 3037285 w 11269336"/>
              <a:gd name="connsiteY184" fmla="*/ 2139919 h 2323145"/>
              <a:gd name="connsiteX185" fmla="*/ 3036901 w 11269336"/>
              <a:gd name="connsiteY185" fmla="*/ 2138726 h 2323145"/>
              <a:gd name="connsiteX186" fmla="*/ 3026996 w 11269336"/>
              <a:gd name="connsiteY186" fmla="*/ 2134322 h 2323145"/>
              <a:gd name="connsiteX187" fmla="*/ 3007772 w 11269336"/>
              <a:gd name="connsiteY187" fmla="*/ 2128742 h 2323145"/>
              <a:gd name="connsiteX188" fmla="*/ 2965030 w 11269336"/>
              <a:gd name="connsiteY188" fmla="*/ 2100494 h 2323145"/>
              <a:gd name="connsiteX189" fmla="*/ 2926342 w 11269336"/>
              <a:gd name="connsiteY189" fmla="*/ 2104155 h 2323145"/>
              <a:gd name="connsiteX190" fmla="*/ 2918608 w 11269336"/>
              <a:gd name="connsiteY190" fmla="*/ 2104215 h 2323145"/>
              <a:gd name="connsiteX191" fmla="*/ 2918475 w 11269336"/>
              <a:gd name="connsiteY191" fmla="*/ 2103937 h 2323145"/>
              <a:gd name="connsiteX192" fmla="*/ 2910360 w 11269336"/>
              <a:gd name="connsiteY192" fmla="*/ 2103444 h 2323145"/>
              <a:gd name="connsiteX193" fmla="*/ 2904507 w 11269336"/>
              <a:gd name="connsiteY193" fmla="*/ 2104326 h 2323145"/>
              <a:gd name="connsiteX194" fmla="*/ 2889503 w 11269336"/>
              <a:gd name="connsiteY194" fmla="*/ 2104443 h 2323145"/>
              <a:gd name="connsiteX195" fmla="*/ 2884480 w 11269336"/>
              <a:gd name="connsiteY195" fmla="*/ 2102626 h 2323145"/>
              <a:gd name="connsiteX196" fmla="*/ 2882689 w 11269336"/>
              <a:gd name="connsiteY196" fmla="*/ 2099228 h 2323145"/>
              <a:gd name="connsiteX197" fmla="*/ 2881291 w 11269336"/>
              <a:gd name="connsiteY197" fmla="*/ 2099618 h 2323145"/>
              <a:gd name="connsiteX198" fmla="*/ 2853979 w 11269336"/>
              <a:gd name="connsiteY198" fmla="*/ 2090388 h 2323145"/>
              <a:gd name="connsiteX199" fmla="*/ 2791790 w 11269336"/>
              <a:gd name="connsiteY199" fmla="*/ 2080332 h 2323145"/>
              <a:gd name="connsiteX200" fmla="*/ 2755844 w 11269336"/>
              <a:gd name="connsiteY200" fmla="*/ 2078874 h 2323145"/>
              <a:gd name="connsiteX201" fmla="*/ 2657742 w 11269336"/>
              <a:gd name="connsiteY201" fmla="*/ 2070179 h 2323145"/>
              <a:gd name="connsiteX202" fmla="*/ 2559549 w 11269336"/>
              <a:gd name="connsiteY202" fmla="*/ 2057873 h 2323145"/>
              <a:gd name="connsiteX203" fmla="*/ 2512054 w 11269336"/>
              <a:gd name="connsiteY203" fmla="*/ 2031671 h 2323145"/>
              <a:gd name="connsiteX204" fmla="*/ 2506437 w 11269336"/>
              <a:gd name="connsiteY204" fmla="*/ 2030918 h 2323145"/>
              <a:gd name="connsiteX205" fmla="*/ 2491752 w 11269336"/>
              <a:gd name="connsiteY205" fmla="*/ 2033906 h 2323145"/>
              <a:gd name="connsiteX206" fmla="*/ 2486338 w 11269336"/>
              <a:gd name="connsiteY206" fmla="*/ 2035862 h 2323145"/>
              <a:gd name="connsiteX207" fmla="*/ 2478186 w 11269336"/>
              <a:gd name="connsiteY207" fmla="*/ 2036953 h 2323145"/>
              <a:gd name="connsiteX208" fmla="*/ 2477950 w 11269336"/>
              <a:gd name="connsiteY208" fmla="*/ 2036715 h 2323145"/>
              <a:gd name="connsiteX209" fmla="*/ 2470381 w 11269336"/>
              <a:gd name="connsiteY209" fmla="*/ 2038256 h 2323145"/>
              <a:gd name="connsiteX210" fmla="*/ 2433781 w 11269336"/>
              <a:gd name="connsiteY210" fmla="*/ 2049140 h 2323145"/>
              <a:gd name="connsiteX211" fmla="*/ 2381172 w 11269336"/>
              <a:gd name="connsiteY211" fmla="*/ 2030645 h 2323145"/>
              <a:gd name="connsiteX212" fmla="*/ 2360198 w 11269336"/>
              <a:gd name="connsiteY212" fmla="*/ 2029059 h 2323145"/>
              <a:gd name="connsiteX213" fmla="*/ 2348815 w 11269336"/>
              <a:gd name="connsiteY213" fmla="*/ 2026798 h 2323145"/>
              <a:gd name="connsiteX214" fmla="*/ 2347988 w 11269336"/>
              <a:gd name="connsiteY214" fmla="*/ 2025745 h 2323145"/>
              <a:gd name="connsiteX215" fmla="*/ 2312920 w 11269336"/>
              <a:gd name="connsiteY215" fmla="*/ 2036311 h 2323145"/>
              <a:gd name="connsiteX216" fmla="*/ 2307986 w 11269336"/>
              <a:gd name="connsiteY216" fmla="*/ 2035583 h 2323145"/>
              <a:gd name="connsiteX217" fmla="*/ 2285481 w 11269336"/>
              <a:gd name="connsiteY217" fmla="*/ 2045197 h 2323145"/>
              <a:gd name="connsiteX218" fmla="*/ 2273666 w 11269336"/>
              <a:gd name="connsiteY218" fmla="*/ 2048710 h 2323145"/>
              <a:gd name="connsiteX219" fmla="*/ 2270719 w 11269336"/>
              <a:gd name="connsiteY219" fmla="*/ 2052702 h 2323145"/>
              <a:gd name="connsiteX220" fmla="*/ 2253080 w 11269336"/>
              <a:gd name="connsiteY220" fmla="*/ 2056363 h 2323145"/>
              <a:gd name="connsiteX221" fmla="*/ 2250906 w 11269336"/>
              <a:gd name="connsiteY221" fmla="*/ 2055654 h 2323145"/>
              <a:gd name="connsiteX222" fmla="*/ 2236905 w 11269336"/>
              <a:gd name="connsiteY222" fmla="*/ 2062882 h 2323145"/>
              <a:gd name="connsiteX223" fmla="*/ 2225830 w 11269336"/>
              <a:gd name="connsiteY223" fmla="*/ 2074027 h 2323145"/>
              <a:gd name="connsiteX224" fmla="*/ 2073776 w 11269336"/>
              <a:gd name="connsiteY224" fmla="*/ 2089244 h 2323145"/>
              <a:gd name="connsiteX225" fmla="*/ 1948256 w 11269336"/>
              <a:gd name="connsiteY225" fmla="*/ 2146616 h 2323145"/>
              <a:gd name="connsiteX226" fmla="*/ 1865582 w 11269336"/>
              <a:gd name="connsiteY226" fmla="*/ 2153738 h 2323145"/>
              <a:gd name="connsiteX227" fmla="*/ 1835210 w 11269336"/>
              <a:gd name="connsiteY227" fmla="*/ 2134244 h 2323145"/>
              <a:gd name="connsiteX228" fmla="*/ 1632661 w 11269336"/>
              <a:gd name="connsiteY228" fmla="*/ 2173882 h 2323145"/>
              <a:gd name="connsiteX229" fmla="*/ 1579590 w 11269336"/>
              <a:gd name="connsiteY229" fmla="*/ 2173680 h 2323145"/>
              <a:gd name="connsiteX230" fmla="*/ 1535601 w 11269336"/>
              <a:gd name="connsiteY230" fmla="*/ 2194590 h 2323145"/>
              <a:gd name="connsiteX231" fmla="*/ 1515594 w 11269336"/>
              <a:gd name="connsiteY231" fmla="*/ 2189622 h 2323145"/>
              <a:gd name="connsiteX232" fmla="*/ 1512113 w 11269336"/>
              <a:gd name="connsiteY232" fmla="*/ 2188534 h 2323145"/>
              <a:gd name="connsiteX233" fmla="*/ 1498838 w 11269336"/>
              <a:gd name="connsiteY233" fmla="*/ 2189213 h 2323145"/>
              <a:gd name="connsiteX234" fmla="*/ 1494279 w 11269336"/>
              <a:gd name="connsiteY234" fmla="*/ 2183112 h 2323145"/>
              <a:gd name="connsiteX235" fmla="*/ 1473714 w 11269336"/>
              <a:gd name="connsiteY235" fmla="*/ 2179625 h 2323145"/>
              <a:gd name="connsiteX236" fmla="*/ 1449503 w 11269336"/>
              <a:gd name="connsiteY236" fmla="*/ 2182633 h 2323145"/>
              <a:gd name="connsiteX237" fmla="*/ 1266687 w 11269336"/>
              <a:gd name="connsiteY237" fmla="*/ 2212688 h 2323145"/>
              <a:gd name="connsiteX238" fmla="*/ 1239614 w 11269336"/>
              <a:gd name="connsiteY238" fmla="*/ 2209727 h 2323145"/>
              <a:gd name="connsiteX239" fmla="*/ 1202436 w 11269336"/>
              <a:gd name="connsiteY239" fmla="*/ 2209817 h 2323145"/>
              <a:gd name="connsiteX240" fmla="*/ 1136097 w 11269336"/>
              <a:gd name="connsiteY240" fmla="*/ 2205112 h 2323145"/>
              <a:gd name="connsiteX241" fmla="*/ 988232 w 11269336"/>
              <a:gd name="connsiteY241" fmla="*/ 2235635 h 2323145"/>
              <a:gd name="connsiteX242" fmla="*/ 981959 w 11269336"/>
              <a:gd name="connsiteY242" fmla="*/ 2231607 h 2323145"/>
              <a:gd name="connsiteX243" fmla="*/ 938600 w 11269336"/>
              <a:gd name="connsiteY243" fmla="*/ 2238113 h 2323145"/>
              <a:gd name="connsiteX244" fmla="*/ 791788 w 11269336"/>
              <a:gd name="connsiteY244" fmla="*/ 2293224 h 2323145"/>
              <a:gd name="connsiteX245" fmla="*/ 706914 w 11269336"/>
              <a:gd name="connsiteY245" fmla="*/ 2305046 h 2323145"/>
              <a:gd name="connsiteX246" fmla="*/ 675971 w 11269336"/>
              <a:gd name="connsiteY246" fmla="*/ 2304030 h 2323145"/>
              <a:gd name="connsiteX247" fmla="*/ 624180 w 11269336"/>
              <a:gd name="connsiteY247" fmla="*/ 2302650 h 2323145"/>
              <a:gd name="connsiteX248" fmla="*/ 583453 w 11269336"/>
              <a:gd name="connsiteY248" fmla="*/ 2288788 h 2323145"/>
              <a:gd name="connsiteX249" fmla="*/ 540946 w 11269336"/>
              <a:gd name="connsiteY249" fmla="*/ 2292721 h 2323145"/>
              <a:gd name="connsiteX250" fmla="*/ 533680 w 11269336"/>
              <a:gd name="connsiteY250" fmla="*/ 2310233 h 2323145"/>
              <a:gd name="connsiteX251" fmla="*/ 487366 w 11269336"/>
              <a:gd name="connsiteY251" fmla="*/ 2309053 h 2323145"/>
              <a:gd name="connsiteX252" fmla="*/ 416820 w 11269336"/>
              <a:gd name="connsiteY252" fmla="*/ 2305443 h 2323145"/>
              <a:gd name="connsiteX253" fmla="*/ 376805 w 11269336"/>
              <a:gd name="connsiteY253" fmla="*/ 2307647 h 2323145"/>
              <a:gd name="connsiteX254" fmla="*/ 266777 w 11269336"/>
              <a:gd name="connsiteY254" fmla="*/ 2309012 h 2323145"/>
              <a:gd name="connsiteX255" fmla="*/ 156013 w 11269336"/>
              <a:gd name="connsiteY255" fmla="*/ 2306832 h 2323145"/>
              <a:gd name="connsiteX256" fmla="*/ 87258 w 11269336"/>
              <a:gd name="connsiteY256" fmla="*/ 2285511 h 2323145"/>
              <a:gd name="connsiteX257" fmla="*/ 23798 w 11269336"/>
              <a:gd name="connsiteY257" fmla="*/ 2281822 h 2323145"/>
              <a:gd name="connsiteX258" fmla="*/ 0 w 11269336"/>
              <a:gd name="connsiteY258" fmla="*/ 2285369 h 2323145"/>
              <a:gd name="connsiteX259" fmla="*/ 0 w 11269336"/>
              <a:gd name="connsiteY259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83151 w 11269336"/>
              <a:gd name="connsiteY149" fmla="*/ 2201140 h 2323145"/>
              <a:gd name="connsiteX150" fmla="*/ 4366646 w 11269336"/>
              <a:gd name="connsiteY150" fmla="*/ 2198564 h 2323145"/>
              <a:gd name="connsiteX151" fmla="*/ 4354009 w 11269336"/>
              <a:gd name="connsiteY151" fmla="*/ 2204984 h 2323145"/>
              <a:gd name="connsiteX152" fmla="*/ 4348284 w 11269336"/>
              <a:gd name="connsiteY152" fmla="*/ 2205270 h 2323145"/>
              <a:gd name="connsiteX153" fmla="*/ 4333906 w 11269336"/>
              <a:gd name="connsiteY153" fmla="*/ 2205251 h 2323145"/>
              <a:gd name="connsiteX154" fmla="*/ 4308819 w 11269336"/>
              <a:gd name="connsiteY154" fmla="*/ 2203822 h 2323145"/>
              <a:gd name="connsiteX155" fmla="*/ 4301210 w 11269336"/>
              <a:gd name="connsiteY155" fmla="*/ 2204456 h 2323145"/>
              <a:gd name="connsiteX156" fmla="*/ 4283095 w 11269336"/>
              <a:gd name="connsiteY156" fmla="*/ 2198177 h 2323145"/>
              <a:gd name="connsiteX157" fmla="*/ 4250119 w 11269336"/>
              <a:gd name="connsiteY157" fmla="*/ 2196342 h 2323145"/>
              <a:gd name="connsiteX158" fmla="*/ 4189203 w 11269336"/>
              <a:gd name="connsiteY158" fmla="*/ 2178994 h 2323145"/>
              <a:gd name="connsiteX159" fmla="*/ 4154035 w 11269336"/>
              <a:gd name="connsiteY159" fmla="*/ 2171950 h 2323145"/>
              <a:gd name="connsiteX160" fmla="*/ 4129569 w 11269336"/>
              <a:gd name="connsiteY160" fmla="*/ 2163850 h 2323145"/>
              <a:gd name="connsiteX161" fmla="*/ 4061250 w 11269336"/>
              <a:gd name="connsiteY161" fmla="*/ 2159236 h 2323145"/>
              <a:gd name="connsiteX162" fmla="*/ 3945480 w 11269336"/>
              <a:gd name="connsiteY162" fmla="*/ 2158279 h 2323145"/>
              <a:gd name="connsiteX163" fmla="*/ 3921468 w 11269336"/>
              <a:gd name="connsiteY163" fmla="*/ 2156588 h 2323145"/>
              <a:gd name="connsiteX164" fmla="*/ 3903348 w 11269336"/>
              <a:gd name="connsiteY164" fmla="*/ 2149220 h 2323145"/>
              <a:gd name="connsiteX165" fmla="*/ 3901342 w 11269336"/>
              <a:gd name="connsiteY165" fmla="*/ 2142355 h 2323145"/>
              <a:gd name="connsiteX166" fmla="*/ 3888539 w 11269336"/>
              <a:gd name="connsiteY166" fmla="*/ 2140476 h 2323145"/>
              <a:gd name="connsiteX167" fmla="*/ 3885662 w 11269336"/>
              <a:gd name="connsiteY167" fmla="*/ 2138740 h 2323145"/>
              <a:gd name="connsiteX168" fmla="*/ 3868627 w 11269336"/>
              <a:gd name="connsiteY168" fmla="*/ 2130023 h 2323145"/>
              <a:gd name="connsiteX169" fmla="*/ 3819177 w 11269336"/>
              <a:gd name="connsiteY169" fmla="*/ 2142111 h 2323145"/>
              <a:gd name="connsiteX170" fmla="*/ 3769100 w 11269336"/>
              <a:gd name="connsiteY170" fmla="*/ 2131731 h 2323145"/>
              <a:gd name="connsiteX171" fmla="*/ 3562752 w 11269336"/>
              <a:gd name="connsiteY171" fmla="*/ 2131785 h 2323145"/>
              <a:gd name="connsiteX172" fmla="*/ 3541402 w 11269336"/>
              <a:gd name="connsiteY172" fmla="*/ 2106821 h 2323145"/>
              <a:gd name="connsiteX173" fmla="*/ 3365341 w 11269336"/>
              <a:gd name="connsiteY173" fmla="*/ 2077638 h 2323145"/>
              <a:gd name="connsiteX174" fmla="*/ 3170922 w 11269336"/>
              <a:gd name="connsiteY174" fmla="*/ 2115957 h 2323145"/>
              <a:gd name="connsiteX175" fmla="*/ 3156256 w 11269336"/>
              <a:gd name="connsiteY175" fmla="*/ 2124773 h 2323145"/>
              <a:gd name="connsiteX176" fmla="*/ 3140298 w 11269336"/>
              <a:gd name="connsiteY176" fmla="*/ 2129182 h 2323145"/>
              <a:gd name="connsiteX177" fmla="*/ 3138514 w 11269336"/>
              <a:gd name="connsiteY177" fmla="*/ 2128069 h 2323145"/>
              <a:gd name="connsiteX178" fmla="*/ 3120467 w 11269336"/>
              <a:gd name="connsiteY178" fmla="*/ 2128281 h 2323145"/>
              <a:gd name="connsiteX179" fmla="*/ 3116175 w 11269336"/>
              <a:gd name="connsiteY179" fmla="*/ 2131633 h 2323145"/>
              <a:gd name="connsiteX180" fmla="*/ 3103685 w 11269336"/>
              <a:gd name="connsiteY180" fmla="*/ 2132814 h 2323145"/>
              <a:gd name="connsiteX181" fmla="*/ 3078794 w 11269336"/>
              <a:gd name="connsiteY181" fmla="*/ 2137935 h 2323145"/>
              <a:gd name="connsiteX182" fmla="*/ 3074407 w 11269336"/>
              <a:gd name="connsiteY182" fmla="*/ 2136274 h 2323145"/>
              <a:gd name="connsiteX183" fmla="*/ 3037285 w 11269336"/>
              <a:gd name="connsiteY183" fmla="*/ 2139919 h 2323145"/>
              <a:gd name="connsiteX184" fmla="*/ 3036901 w 11269336"/>
              <a:gd name="connsiteY184" fmla="*/ 2138726 h 2323145"/>
              <a:gd name="connsiteX185" fmla="*/ 3026996 w 11269336"/>
              <a:gd name="connsiteY185" fmla="*/ 2134322 h 2323145"/>
              <a:gd name="connsiteX186" fmla="*/ 3007772 w 11269336"/>
              <a:gd name="connsiteY186" fmla="*/ 2128742 h 2323145"/>
              <a:gd name="connsiteX187" fmla="*/ 2965030 w 11269336"/>
              <a:gd name="connsiteY187" fmla="*/ 2100494 h 2323145"/>
              <a:gd name="connsiteX188" fmla="*/ 2926342 w 11269336"/>
              <a:gd name="connsiteY188" fmla="*/ 2104155 h 2323145"/>
              <a:gd name="connsiteX189" fmla="*/ 2918608 w 11269336"/>
              <a:gd name="connsiteY189" fmla="*/ 2104215 h 2323145"/>
              <a:gd name="connsiteX190" fmla="*/ 2918475 w 11269336"/>
              <a:gd name="connsiteY190" fmla="*/ 2103937 h 2323145"/>
              <a:gd name="connsiteX191" fmla="*/ 2910360 w 11269336"/>
              <a:gd name="connsiteY191" fmla="*/ 2103444 h 2323145"/>
              <a:gd name="connsiteX192" fmla="*/ 2904507 w 11269336"/>
              <a:gd name="connsiteY192" fmla="*/ 2104326 h 2323145"/>
              <a:gd name="connsiteX193" fmla="*/ 2889503 w 11269336"/>
              <a:gd name="connsiteY193" fmla="*/ 2104443 h 2323145"/>
              <a:gd name="connsiteX194" fmla="*/ 2884480 w 11269336"/>
              <a:gd name="connsiteY194" fmla="*/ 2102626 h 2323145"/>
              <a:gd name="connsiteX195" fmla="*/ 2882689 w 11269336"/>
              <a:gd name="connsiteY195" fmla="*/ 2099228 h 2323145"/>
              <a:gd name="connsiteX196" fmla="*/ 2881291 w 11269336"/>
              <a:gd name="connsiteY196" fmla="*/ 2099618 h 2323145"/>
              <a:gd name="connsiteX197" fmla="*/ 2853979 w 11269336"/>
              <a:gd name="connsiteY197" fmla="*/ 2090388 h 2323145"/>
              <a:gd name="connsiteX198" fmla="*/ 2791790 w 11269336"/>
              <a:gd name="connsiteY198" fmla="*/ 2080332 h 2323145"/>
              <a:gd name="connsiteX199" fmla="*/ 2755844 w 11269336"/>
              <a:gd name="connsiteY199" fmla="*/ 2078874 h 2323145"/>
              <a:gd name="connsiteX200" fmla="*/ 2657742 w 11269336"/>
              <a:gd name="connsiteY200" fmla="*/ 2070179 h 2323145"/>
              <a:gd name="connsiteX201" fmla="*/ 2559549 w 11269336"/>
              <a:gd name="connsiteY201" fmla="*/ 2057873 h 2323145"/>
              <a:gd name="connsiteX202" fmla="*/ 2512054 w 11269336"/>
              <a:gd name="connsiteY202" fmla="*/ 2031671 h 2323145"/>
              <a:gd name="connsiteX203" fmla="*/ 2506437 w 11269336"/>
              <a:gd name="connsiteY203" fmla="*/ 2030918 h 2323145"/>
              <a:gd name="connsiteX204" fmla="*/ 2491752 w 11269336"/>
              <a:gd name="connsiteY204" fmla="*/ 2033906 h 2323145"/>
              <a:gd name="connsiteX205" fmla="*/ 2486338 w 11269336"/>
              <a:gd name="connsiteY205" fmla="*/ 2035862 h 2323145"/>
              <a:gd name="connsiteX206" fmla="*/ 2478186 w 11269336"/>
              <a:gd name="connsiteY206" fmla="*/ 2036953 h 2323145"/>
              <a:gd name="connsiteX207" fmla="*/ 2477950 w 11269336"/>
              <a:gd name="connsiteY207" fmla="*/ 2036715 h 2323145"/>
              <a:gd name="connsiteX208" fmla="*/ 2470381 w 11269336"/>
              <a:gd name="connsiteY208" fmla="*/ 2038256 h 2323145"/>
              <a:gd name="connsiteX209" fmla="*/ 2433781 w 11269336"/>
              <a:gd name="connsiteY209" fmla="*/ 2049140 h 2323145"/>
              <a:gd name="connsiteX210" fmla="*/ 2381172 w 11269336"/>
              <a:gd name="connsiteY210" fmla="*/ 2030645 h 2323145"/>
              <a:gd name="connsiteX211" fmla="*/ 2360198 w 11269336"/>
              <a:gd name="connsiteY211" fmla="*/ 2029059 h 2323145"/>
              <a:gd name="connsiteX212" fmla="*/ 2348815 w 11269336"/>
              <a:gd name="connsiteY212" fmla="*/ 2026798 h 2323145"/>
              <a:gd name="connsiteX213" fmla="*/ 2347988 w 11269336"/>
              <a:gd name="connsiteY213" fmla="*/ 2025745 h 2323145"/>
              <a:gd name="connsiteX214" fmla="*/ 2312920 w 11269336"/>
              <a:gd name="connsiteY214" fmla="*/ 2036311 h 2323145"/>
              <a:gd name="connsiteX215" fmla="*/ 2307986 w 11269336"/>
              <a:gd name="connsiteY215" fmla="*/ 2035583 h 2323145"/>
              <a:gd name="connsiteX216" fmla="*/ 2285481 w 11269336"/>
              <a:gd name="connsiteY216" fmla="*/ 2045197 h 2323145"/>
              <a:gd name="connsiteX217" fmla="*/ 2273666 w 11269336"/>
              <a:gd name="connsiteY217" fmla="*/ 2048710 h 2323145"/>
              <a:gd name="connsiteX218" fmla="*/ 2270719 w 11269336"/>
              <a:gd name="connsiteY218" fmla="*/ 2052702 h 2323145"/>
              <a:gd name="connsiteX219" fmla="*/ 2253080 w 11269336"/>
              <a:gd name="connsiteY219" fmla="*/ 2056363 h 2323145"/>
              <a:gd name="connsiteX220" fmla="*/ 2250906 w 11269336"/>
              <a:gd name="connsiteY220" fmla="*/ 2055654 h 2323145"/>
              <a:gd name="connsiteX221" fmla="*/ 2236905 w 11269336"/>
              <a:gd name="connsiteY221" fmla="*/ 2062882 h 2323145"/>
              <a:gd name="connsiteX222" fmla="*/ 2225830 w 11269336"/>
              <a:gd name="connsiteY222" fmla="*/ 2074027 h 2323145"/>
              <a:gd name="connsiteX223" fmla="*/ 2073776 w 11269336"/>
              <a:gd name="connsiteY223" fmla="*/ 2089244 h 2323145"/>
              <a:gd name="connsiteX224" fmla="*/ 1948256 w 11269336"/>
              <a:gd name="connsiteY224" fmla="*/ 2146616 h 2323145"/>
              <a:gd name="connsiteX225" fmla="*/ 1865582 w 11269336"/>
              <a:gd name="connsiteY225" fmla="*/ 2153738 h 2323145"/>
              <a:gd name="connsiteX226" fmla="*/ 1835210 w 11269336"/>
              <a:gd name="connsiteY226" fmla="*/ 2134244 h 2323145"/>
              <a:gd name="connsiteX227" fmla="*/ 1632661 w 11269336"/>
              <a:gd name="connsiteY227" fmla="*/ 2173882 h 2323145"/>
              <a:gd name="connsiteX228" fmla="*/ 1579590 w 11269336"/>
              <a:gd name="connsiteY228" fmla="*/ 2173680 h 2323145"/>
              <a:gd name="connsiteX229" fmla="*/ 1535601 w 11269336"/>
              <a:gd name="connsiteY229" fmla="*/ 2194590 h 2323145"/>
              <a:gd name="connsiteX230" fmla="*/ 1515594 w 11269336"/>
              <a:gd name="connsiteY230" fmla="*/ 2189622 h 2323145"/>
              <a:gd name="connsiteX231" fmla="*/ 1512113 w 11269336"/>
              <a:gd name="connsiteY231" fmla="*/ 2188534 h 2323145"/>
              <a:gd name="connsiteX232" fmla="*/ 1498838 w 11269336"/>
              <a:gd name="connsiteY232" fmla="*/ 2189213 h 2323145"/>
              <a:gd name="connsiteX233" fmla="*/ 1494279 w 11269336"/>
              <a:gd name="connsiteY233" fmla="*/ 2183112 h 2323145"/>
              <a:gd name="connsiteX234" fmla="*/ 1473714 w 11269336"/>
              <a:gd name="connsiteY234" fmla="*/ 2179625 h 2323145"/>
              <a:gd name="connsiteX235" fmla="*/ 1449503 w 11269336"/>
              <a:gd name="connsiteY235" fmla="*/ 2182633 h 2323145"/>
              <a:gd name="connsiteX236" fmla="*/ 1266687 w 11269336"/>
              <a:gd name="connsiteY236" fmla="*/ 2212688 h 2323145"/>
              <a:gd name="connsiteX237" fmla="*/ 1239614 w 11269336"/>
              <a:gd name="connsiteY237" fmla="*/ 2209727 h 2323145"/>
              <a:gd name="connsiteX238" fmla="*/ 1202436 w 11269336"/>
              <a:gd name="connsiteY238" fmla="*/ 2209817 h 2323145"/>
              <a:gd name="connsiteX239" fmla="*/ 1136097 w 11269336"/>
              <a:gd name="connsiteY239" fmla="*/ 2205112 h 2323145"/>
              <a:gd name="connsiteX240" fmla="*/ 988232 w 11269336"/>
              <a:gd name="connsiteY240" fmla="*/ 2235635 h 2323145"/>
              <a:gd name="connsiteX241" fmla="*/ 981959 w 11269336"/>
              <a:gd name="connsiteY241" fmla="*/ 2231607 h 2323145"/>
              <a:gd name="connsiteX242" fmla="*/ 938600 w 11269336"/>
              <a:gd name="connsiteY242" fmla="*/ 2238113 h 2323145"/>
              <a:gd name="connsiteX243" fmla="*/ 791788 w 11269336"/>
              <a:gd name="connsiteY243" fmla="*/ 2293224 h 2323145"/>
              <a:gd name="connsiteX244" fmla="*/ 706914 w 11269336"/>
              <a:gd name="connsiteY244" fmla="*/ 2305046 h 2323145"/>
              <a:gd name="connsiteX245" fmla="*/ 675971 w 11269336"/>
              <a:gd name="connsiteY245" fmla="*/ 2304030 h 2323145"/>
              <a:gd name="connsiteX246" fmla="*/ 624180 w 11269336"/>
              <a:gd name="connsiteY246" fmla="*/ 2302650 h 2323145"/>
              <a:gd name="connsiteX247" fmla="*/ 583453 w 11269336"/>
              <a:gd name="connsiteY247" fmla="*/ 2288788 h 2323145"/>
              <a:gd name="connsiteX248" fmla="*/ 540946 w 11269336"/>
              <a:gd name="connsiteY248" fmla="*/ 2292721 h 2323145"/>
              <a:gd name="connsiteX249" fmla="*/ 533680 w 11269336"/>
              <a:gd name="connsiteY249" fmla="*/ 2310233 h 2323145"/>
              <a:gd name="connsiteX250" fmla="*/ 487366 w 11269336"/>
              <a:gd name="connsiteY250" fmla="*/ 2309053 h 2323145"/>
              <a:gd name="connsiteX251" fmla="*/ 416820 w 11269336"/>
              <a:gd name="connsiteY251" fmla="*/ 2305443 h 2323145"/>
              <a:gd name="connsiteX252" fmla="*/ 376805 w 11269336"/>
              <a:gd name="connsiteY252" fmla="*/ 2307647 h 2323145"/>
              <a:gd name="connsiteX253" fmla="*/ 266777 w 11269336"/>
              <a:gd name="connsiteY253" fmla="*/ 2309012 h 2323145"/>
              <a:gd name="connsiteX254" fmla="*/ 156013 w 11269336"/>
              <a:gd name="connsiteY254" fmla="*/ 2306832 h 2323145"/>
              <a:gd name="connsiteX255" fmla="*/ 87258 w 11269336"/>
              <a:gd name="connsiteY255" fmla="*/ 2285511 h 2323145"/>
              <a:gd name="connsiteX256" fmla="*/ 23798 w 11269336"/>
              <a:gd name="connsiteY256" fmla="*/ 2281822 h 2323145"/>
              <a:gd name="connsiteX257" fmla="*/ 0 w 11269336"/>
              <a:gd name="connsiteY257" fmla="*/ 2285369 h 2323145"/>
              <a:gd name="connsiteX258" fmla="*/ 0 w 11269336"/>
              <a:gd name="connsiteY258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20601 w 11269336"/>
              <a:gd name="connsiteY146" fmla="*/ 2205158 h 2323145"/>
              <a:gd name="connsiteX147" fmla="*/ 4405765 w 11269336"/>
              <a:gd name="connsiteY147" fmla="*/ 2199902 h 2323145"/>
              <a:gd name="connsiteX148" fmla="*/ 4401354 w 11269336"/>
              <a:gd name="connsiteY148" fmla="*/ 2194745 h 2323145"/>
              <a:gd name="connsiteX149" fmla="*/ 4366646 w 11269336"/>
              <a:gd name="connsiteY149" fmla="*/ 2198564 h 2323145"/>
              <a:gd name="connsiteX150" fmla="*/ 4354009 w 11269336"/>
              <a:gd name="connsiteY150" fmla="*/ 2204984 h 2323145"/>
              <a:gd name="connsiteX151" fmla="*/ 4348284 w 11269336"/>
              <a:gd name="connsiteY151" fmla="*/ 2205270 h 2323145"/>
              <a:gd name="connsiteX152" fmla="*/ 4333906 w 11269336"/>
              <a:gd name="connsiteY152" fmla="*/ 2205251 h 2323145"/>
              <a:gd name="connsiteX153" fmla="*/ 4308819 w 11269336"/>
              <a:gd name="connsiteY153" fmla="*/ 2203822 h 2323145"/>
              <a:gd name="connsiteX154" fmla="*/ 4301210 w 11269336"/>
              <a:gd name="connsiteY154" fmla="*/ 2204456 h 2323145"/>
              <a:gd name="connsiteX155" fmla="*/ 4283095 w 11269336"/>
              <a:gd name="connsiteY155" fmla="*/ 2198177 h 2323145"/>
              <a:gd name="connsiteX156" fmla="*/ 4250119 w 11269336"/>
              <a:gd name="connsiteY156" fmla="*/ 2196342 h 2323145"/>
              <a:gd name="connsiteX157" fmla="*/ 4189203 w 11269336"/>
              <a:gd name="connsiteY157" fmla="*/ 2178994 h 2323145"/>
              <a:gd name="connsiteX158" fmla="*/ 4154035 w 11269336"/>
              <a:gd name="connsiteY158" fmla="*/ 2171950 h 2323145"/>
              <a:gd name="connsiteX159" fmla="*/ 4129569 w 11269336"/>
              <a:gd name="connsiteY159" fmla="*/ 2163850 h 2323145"/>
              <a:gd name="connsiteX160" fmla="*/ 4061250 w 11269336"/>
              <a:gd name="connsiteY160" fmla="*/ 2159236 h 2323145"/>
              <a:gd name="connsiteX161" fmla="*/ 3945480 w 11269336"/>
              <a:gd name="connsiteY161" fmla="*/ 2158279 h 2323145"/>
              <a:gd name="connsiteX162" fmla="*/ 3921468 w 11269336"/>
              <a:gd name="connsiteY162" fmla="*/ 2156588 h 2323145"/>
              <a:gd name="connsiteX163" fmla="*/ 3903348 w 11269336"/>
              <a:gd name="connsiteY163" fmla="*/ 2149220 h 2323145"/>
              <a:gd name="connsiteX164" fmla="*/ 3901342 w 11269336"/>
              <a:gd name="connsiteY164" fmla="*/ 2142355 h 2323145"/>
              <a:gd name="connsiteX165" fmla="*/ 3888539 w 11269336"/>
              <a:gd name="connsiteY165" fmla="*/ 2140476 h 2323145"/>
              <a:gd name="connsiteX166" fmla="*/ 3885662 w 11269336"/>
              <a:gd name="connsiteY166" fmla="*/ 2138740 h 2323145"/>
              <a:gd name="connsiteX167" fmla="*/ 3868627 w 11269336"/>
              <a:gd name="connsiteY167" fmla="*/ 2130023 h 2323145"/>
              <a:gd name="connsiteX168" fmla="*/ 3819177 w 11269336"/>
              <a:gd name="connsiteY168" fmla="*/ 2142111 h 2323145"/>
              <a:gd name="connsiteX169" fmla="*/ 3769100 w 11269336"/>
              <a:gd name="connsiteY169" fmla="*/ 2131731 h 2323145"/>
              <a:gd name="connsiteX170" fmla="*/ 3562752 w 11269336"/>
              <a:gd name="connsiteY170" fmla="*/ 2131785 h 2323145"/>
              <a:gd name="connsiteX171" fmla="*/ 3541402 w 11269336"/>
              <a:gd name="connsiteY171" fmla="*/ 2106821 h 2323145"/>
              <a:gd name="connsiteX172" fmla="*/ 3365341 w 11269336"/>
              <a:gd name="connsiteY172" fmla="*/ 2077638 h 2323145"/>
              <a:gd name="connsiteX173" fmla="*/ 3170922 w 11269336"/>
              <a:gd name="connsiteY173" fmla="*/ 2115957 h 2323145"/>
              <a:gd name="connsiteX174" fmla="*/ 3156256 w 11269336"/>
              <a:gd name="connsiteY174" fmla="*/ 2124773 h 2323145"/>
              <a:gd name="connsiteX175" fmla="*/ 3140298 w 11269336"/>
              <a:gd name="connsiteY175" fmla="*/ 2129182 h 2323145"/>
              <a:gd name="connsiteX176" fmla="*/ 3138514 w 11269336"/>
              <a:gd name="connsiteY176" fmla="*/ 2128069 h 2323145"/>
              <a:gd name="connsiteX177" fmla="*/ 3120467 w 11269336"/>
              <a:gd name="connsiteY177" fmla="*/ 2128281 h 2323145"/>
              <a:gd name="connsiteX178" fmla="*/ 3116175 w 11269336"/>
              <a:gd name="connsiteY178" fmla="*/ 2131633 h 2323145"/>
              <a:gd name="connsiteX179" fmla="*/ 3103685 w 11269336"/>
              <a:gd name="connsiteY179" fmla="*/ 2132814 h 2323145"/>
              <a:gd name="connsiteX180" fmla="*/ 3078794 w 11269336"/>
              <a:gd name="connsiteY180" fmla="*/ 2137935 h 2323145"/>
              <a:gd name="connsiteX181" fmla="*/ 3074407 w 11269336"/>
              <a:gd name="connsiteY181" fmla="*/ 2136274 h 2323145"/>
              <a:gd name="connsiteX182" fmla="*/ 3037285 w 11269336"/>
              <a:gd name="connsiteY182" fmla="*/ 2139919 h 2323145"/>
              <a:gd name="connsiteX183" fmla="*/ 3036901 w 11269336"/>
              <a:gd name="connsiteY183" fmla="*/ 2138726 h 2323145"/>
              <a:gd name="connsiteX184" fmla="*/ 3026996 w 11269336"/>
              <a:gd name="connsiteY184" fmla="*/ 2134322 h 2323145"/>
              <a:gd name="connsiteX185" fmla="*/ 3007772 w 11269336"/>
              <a:gd name="connsiteY185" fmla="*/ 2128742 h 2323145"/>
              <a:gd name="connsiteX186" fmla="*/ 2965030 w 11269336"/>
              <a:gd name="connsiteY186" fmla="*/ 2100494 h 2323145"/>
              <a:gd name="connsiteX187" fmla="*/ 2926342 w 11269336"/>
              <a:gd name="connsiteY187" fmla="*/ 2104155 h 2323145"/>
              <a:gd name="connsiteX188" fmla="*/ 2918608 w 11269336"/>
              <a:gd name="connsiteY188" fmla="*/ 2104215 h 2323145"/>
              <a:gd name="connsiteX189" fmla="*/ 2918475 w 11269336"/>
              <a:gd name="connsiteY189" fmla="*/ 2103937 h 2323145"/>
              <a:gd name="connsiteX190" fmla="*/ 2910360 w 11269336"/>
              <a:gd name="connsiteY190" fmla="*/ 2103444 h 2323145"/>
              <a:gd name="connsiteX191" fmla="*/ 2904507 w 11269336"/>
              <a:gd name="connsiteY191" fmla="*/ 2104326 h 2323145"/>
              <a:gd name="connsiteX192" fmla="*/ 2889503 w 11269336"/>
              <a:gd name="connsiteY192" fmla="*/ 2104443 h 2323145"/>
              <a:gd name="connsiteX193" fmla="*/ 2884480 w 11269336"/>
              <a:gd name="connsiteY193" fmla="*/ 2102626 h 2323145"/>
              <a:gd name="connsiteX194" fmla="*/ 2882689 w 11269336"/>
              <a:gd name="connsiteY194" fmla="*/ 2099228 h 2323145"/>
              <a:gd name="connsiteX195" fmla="*/ 2881291 w 11269336"/>
              <a:gd name="connsiteY195" fmla="*/ 2099618 h 2323145"/>
              <a:gd name="connsiteX196" fmla="*/ 2853979 w 11269336"/>
              <a:gd name="connsiteY196" fmla="*/ 2090388 h 2323145"/>
              <a:gd name="connsiteX197" fmla="*/ 2791790 w 11269336"/>
              <a:gd name="connsiteY197" fmla="*/ 2080332 h 2323145"/>
              <a:gd name="connsiteX198" fmla="*/ 2755844 w 11269336"/>
              <a:gd name="connsiteY198" fmla="*/ 2078874 h 2323145"/>
              <a:gd name="connsiteX199" fmla="*/ 2657742 w 11269336"/>
              <a:gd name="connsiteY199" fmla="*/ 2070179 h 2323145"/>
              <a:gd name="connsiteX200" fmla="*/ 2559549 w 11269336"/>
              <a:gd name="connsiteY200" fmla="*/ 2057873 h 2323145"/>
              <a:gd name="connsiteX201" fmla="*/ 2512054 w 11269336"/>
              <a:gd name="connsiteY201" fmla="*/ 2031671 h 2323145"/>
              <a:gd name="connsiteX202" fmla="*/ 2506437 w 11269336"/>
              <a:gd name="connsiteY202" fmla="*/ 2030918 h 2323145"/>
              <a:gd name="connsiteX203" fmla="*/ 2491752 w 11269336"/>
              <a:gd name="connsiteY203" fmla="*/ 2033906 h 2323145"/>
              <a:gd name="connsiteX204" fmla="*/ 2486338 w 11269336"/>
              <a:gd name="connsiteY204" fmla="*/ 2035862 h 2323145"/>
              <a:gd name="connsiteX205" fmla="*/ 2478186 w 11269336"/>
              <a:gd name="connsiteY205" fmla="*/ 2036953 h 2323145"/>
              <a:gd name="connsiteX206" fmla="*/ 2477950 w 11269336"/>
              <a:gd name="connsiteY206" fmla="*/ 2036715 h 2323145"/>
              <a:gd name="connsiteX207" fmla="*/ 2470381 w 11269336"/>
              <a:gd name="connsiteY207" fmla="*/ 2038256 h 2323145"/>
              <a:gd name="connsiteX208" fmla="*/ 2433781 w 11269336"/>
              <a:gd name="connsiteY208" fmla="*/ 2049140 h 2323145"/>
              <a:gd name="connsiteX209" fmla="*/ 2381172 w 11269336"/>
              <a:gd name="connsiteY209" fmla="*/ 2030645 h 2323145"/>
              <a:gd name="connsiteX210" fmla="*/ 2360198 w 11269336"/>
              <a:gd name="connsiteY210" fmla="*/ 2029059 h 2323145"/>
              <a:gd name="connsiteX211" fmla="*/ 2348815 w 11269336"/>
              <a:gd name="connsiteY211" fmla="*/ 2026798 h 2323145"/>
              <a:gd name="connsiteX212" fmla="*/ 2347988 w 11269336"/>
              <a:gd name="connsiteY212" fmla="*/ 2025745 h 2323145"/>
              <a:gd name="connsiteX213" fmla="*/ 2312920 w 11269336"/>
              <a:gd name="connsiteY213" fmla="*/ 2036311 h 2323145"/>
              <a:gd name="connsiteX214" fmla="*/ 2307986 w 11269336"/>
              <a:gd name="connsiteY214" fmla="*/ 2035583 h 2323145"/>
              <a:gd name="connsiteX215" fmla="*/ 2285481 w 11269336"/>
              <a:gd name="connsiteY215" fmla="*/ 2045197 h 2323145"/>
              <a:gd name="connsiteX216" fmla="*/ 2273666 w 11269336"/>
              <a:gd name="connsiteY216" fmla="*/ 2048710 h 2323145"/>
              <a:gd name="connsiteX217" fmla="*/ 2270719 w 11269336"/>
              <a:gd name="connsiteY217" fmla="*/ 2052702 h 2323145"/>
              <a:gd name="connsiteX218" fmla="*/ 2253080 w 11269336"/>
              <a:gd name="connsiteY218" fmla="*/ 2056363 h 2323145"/>
              <a:gd name="connsiteX219" fmla="*/ 2250906 w 11269336"/>
              <a:gd name="connsiteY219" fmla="*/ 2055654 h 2323145"/>
              <a:gd name="connsiteX220" fmla="*/ 2236905 w 11269336"/>
              <a:gd name="connsiteY220" fmla="*/ 2062882 h 2323145"/>
              <a:gd name="connsiteX221" fmla="*/ 2225830 w 11269336"/>
              <a:gd name="connsiteY221" fmla="*/ 2074027 h 2323145"/>
              <a:gd name="connsiteX222" fmla="*/ 2073776 w 11269336"/>
              <a:gd name="connsiteY222" fmla="*/ 2089244 h 2323145"/>
              <a:gd name="connsiteX223" fmla="*/ 1948256 w 11269336"/>
              <a:gd name="connsiteY223" fmla="*/ 2146616 h 2323145"/>
              <a:gd name="connsiteX224" fmla="*/ 1865582 w 11269336"/>
              <a:gd name="connsiteY224" fmla="*/ 2153738 h 2323145"/>
              <a:gd name="connsiteX225" fmla="*/ 1835210 w 11269336"/>
              <a:gd name="connsiteY225" fmla="*/ 2134244 h 2323145"/>
              <a:gd name="connsiteX226" fmla="*/ 1632661 w 11269336"/>
              <a:gd name="connsiteY226" fmla="*/ 2173882 h 2323145"/>
              <a:gd name="connsiteX227" fmla="*/ 1579590 w 11269336"/>
              <a:gd name="connsiteY227" fmla="*/ 2173680 h 2323145"/>
              <a:gd name="connsiteX228" fmla="*/ 1535601 w 11269336"/>
              <a:gd name="connsiteY228" fmla="*/ 2194590 h 2323145"/>
              <a:gd name="connsiteX229" fmla="*/ 1515594 w 11269336"/>
              <a:gd name="connsiteY229" fmla="*/ 2189622 h 2323145"/>
              <a:gd name="connsiteX230" fmla="*/ 1512113 w 11269336"/>
              <a:gd name="connsiteY230" fmla="*/ 2188534 h 2323145"/>
              <a:gd name="connsiteX231" fmla="*/ 1498838 w 11269336"/>
              <a:gd name="connsiteY231" fmla="*/ 2189213 h 2323145"/>
              <a:gd name="connsiteX232" fmla="*/ 1494279 w 11269336"/>
              <a:gd name="connsiteY232" fmla="*/ 2183112 h 2323145"/>
              <a:gd name="connsiteX233" fmla="*/ 1473714 w 11269336"/>
              <a:gd name="connsiteY233" fmla="*/ 2179625 h 2323145"/>
              <a:gd name="connsiteX234" fmla="*/ 1449503 w 11269336"/>
              <a:gd name="connsiteY234" fmla="*/ 2182633 h 2323145"/>
              <a:gd name="connsiteX235" fmla="*/ 1266687 w 11269336"/>
              <a:gd name="connsiteY235" fmla="*/ 2212688 h 2323145"/>
              <a:gd name="connsiteX236" fmla="*/ 1239614 w 11269336"/>
              <a:gd name="connsiteY236" fmla="*/ 2209727 h 2323145"/>
              <a:gd name="connsiteX237" fmla="*/ 1202436 w 11269336"/>
              <a:gd name="connsiteY237" fmla="*/ 2209817 h 2323145"/>
              <a:gd name="connsiteX238" fmla="*/ 1136097 w 11269336"/>
              <a:gd name="connsiteY238" fmla="*/ 2205112 h 2323145"/>
              <a:gd name="connsiteX239" fmla="*/ 988232 w 11269336"/>
              <a:gd name="connsiteY239" fmla="*/ 2235635 h 2323145"/>
              <a:gd name="connsiteX240" fmla="*/ 981959 w 11269336"/>
              <a:gd name="connsiteY240" fmla="*/ 2231607 h 2323145"/>
              <a:gd name="connsiteX241" fmla="*/ 938600 w 11269336"/>
              <a:gd name="connsiteY241" fmla="*/ 2238113 h 2323145"/>
              <a:gd name="connsiteX242" fmla="*/ 791788 w 11269336"/>
              <a:gd name="connsiteY242" fmla="*/ 2293224 h 2323145"/>
              <a:gd name="connsiteX243" fmla="*/ 706914 w 11269336"/>
              <a:gd name="connsiteY243" fmla="*/ 2305046 h 2323145"/>
              <a:gd name="connsiteX244" fmla="*/ 675971 w 11269336"/>
              <a:gd name="connsiteY244" fmla="*/ 2304030 h 2323145"/>
              <a:gd name="connsiteX245" fmla="*/ 624180 w 11269336"/>
              <a:gd name="connsiteY245" fmla="*/ 2302650 h 2323145"/>
              <a:gd name="connsiteX246" fmla="*/ 583453 w 11269336"/>
              <a:gd name="connsiteY246" fmla="*/ 2288788 h 2323145"/>
              <a:gd name="connsiteX247" fmla="*/ 540946 w 11269336"/>
              <a:gd name="connsiteY247" fmla="*/ 2292721 h 2323145"/>
              <a:gd name="connsiteX248" fmla="*/ 533680 w 11269336"/>
              <a:gd name="connsiteY248" fmla="*/ 2310233 h 2323145"/>
              <a:gd name="connsiteX249" fmla="*/ 487366 w 11269336"/>
              <a:gd name="connsiteY249" fmla="*/ 2309053 h 2323145"/>
              <a:gd name="connsiteX250" fmla="*/ 416820 w 11269336"/>
              <a:gd name="connsiteY250" fmla="*/ 2305443 h 2323145"/>
              <a:gd name="connsiteX251" fmla="*/ 376805 w 11269336"/>
              <a:gd name="connsiteY251" fmla="*/ 2307647 h 2323145"/>
              <a:gd name="connsiteX252" fmla="*/ 266777 w 11269336"/>
              <a:gd name="connsiteY252" fmla="*/ 2309012 h 2323145"/>
              <a:gd name="connsiteX253" fmla="*/ 156013 w 11269336"/>
              <a:gd name="connsiteY253" fmla="*/ 2306832 h 2323145"/>
              <a:gd name="connsiteX254" fmla="*/ 87258 w 11269336"/>
              <a:gd name="connsiteY254" fmla="*/ 2285511 h 2323145"/>
              <a:gd name="connsiteX255" fmla="*/ 23798 w 11269336"/>
              <a:gd name="connsiteY255" fmla="*/ 2281822 h 2323145"/>
              <a:gd name="connsiteX256" fmla="*/ 0 w 11269336"/>
              <a:gd name="connsiteY256" fmla="*/ 2285369 h 2323145"/>
              <a:gd name="connsiteX257" fmla="*/ 0 w 11269336"/>
              <a:gd name="connsiteY257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33312 w 11269336"/>
              <a:gd name="connsiteY145" fmla="*/ 2199004 h 2323145"/>
              <a:gd name="connsiteX146" fmla="*/ 4405765 w 11269336"/>
              <a:gd name="connsiteY146" fmla="*/ 2199902 h 2323145"/>
              <a:gd name="connsiteX147" fmla="*/ 4401354 w 11269336"/>
              <a:gd name="connsiteY147" fmla="*/ 2194745 h 2323145"/>
              <a:gd name="connsiteX148" fmla="*/ 4366646 w 11269336"/>
              <a:gd name="connsiteY148" fmla="*/ 2198564 h 2323145"/>
              <a:gd name="connsiteX149" fmla="*/ 4354009 w 11269336"/>
              <a:gd name="connsiteY149" fmla="*/ 2204984 h 2323145"/>
              <a:gd name="connsiteX150" fmla="*/ 4348284 w 11269336"/>
              <a:gd name="connsiteY150" fmla="*/ 2205270 h 2323145"/>
              <a:gd name="connsiteX151" fmla="*/ 4333906 w 11269336"/>
              <a:gd name="connsiteY151" fmla="*/ 2205251 h 2323145"/>
              <a:gd name="connsiteX152" fmla="*/ 4308819 w 11269336"/>
              <a:gd name="connsiteY152" fmla="*/ 2203822 h 2323145"/>
              <a:gd name="connsiteX153" fmla="*/ 4301210 w 11269336"/>
              <a:gd name="connsiteY153" fmla="*/ 2204456 h 2323145"/>
              <a:gd name="connsiteX154" fmla="*/ 4283095 w 11269336"/>
              <a:gd name="connsiteY154" fmla="*/ 2198177 h 2323145"/>
              <a:gd name="connsiteX155" fmla="*/ 4250119 w 11269336"/>
              <a:gd name="connsiteY155" fmla="*/ 2196342 h 2323145"/>
              <a:gd name="connsiteX156" fmla="*/ 4189203 w 11269336"/>
              <a:gd name="connsiteY156" fmla="*/ 2178994 h 2323145"/>
              <a:gd name="connsiteX157" fmla="*/ 4154035 w 11269336"/>
              <a:gd name="connsiteY157" fmla="*/ 2171950 h 2323145"/>
              <a:gd name="connsiteX158" fmla="*/ 4129569 w 11269336"/>
              <a:gd name="connsiteY158" fmla="*/ 2163850 h 2323145"/>
              <a:gd name="connsiteX159" fmla="*/ 4061250 w 11269336"/>
              <a:gd name="connsiteY159" fmla="*/ 2159236 h 2323145"/>
              <a:gd name="connsiteX160" fmla="*/ 3945480 w 11269336"/>
              <a:gd name="connsiteY160" fmla="*/ 2158279 h 2323145"/>
              <a:gd name="connsiteX161" fmla="*/ 3921468 w 11269336"/>
              <a:gd name="connsiteY161" fmla="*/ 2156588 h 2323145"/>
              <a:gd name="connsiteX162" fmla="*/ 3903348 w 11269336"/>
              <a:gd name="connsiteY162" fmla="*/ 2149220 h 2323145"/>
              <a:gd name="connsiteX163" fmla="*/ 3901342 w 11269336"/>
              <a:gd name="connsiteY163" fmla="*/ 2142355 h 2323145"/>
              <a:gd name="connsiteX164" fmla="*/ 3888539 w 11269336"/>
              <a:gd name="connsiteY164" fmla="*/ 2140476 h 2323145"/>
              <a:gd name="connsiteX165" fmla="*/ 3885662 w 11269336"/>
              <a:gd name="connsiteY165" fmla="*/ 2138740 h 2323145"/>
              <a:gd name="connsiteX166" fmla="*/ 3868627 w 11269336"/>
              <a:gd name="connsiteY166" fmla="*/ 2130023 h 2323145"/>
              <a:gd name="connsiteX167" fmla="*/ 3819177 w 11269336"/>
              <a:gd name="connsiteY167" fmla="*/ 2142111 h 2323145"/>
              <a:gd name="connsiteX168" fmla="*/ 3769100 w 11269336"/>
              <a:gd name="connsiteY168" fmla="*/ 2131731 h 2323145"/>
              <a:gd name="connsiteX169" fmla="*/ 3562752 w 11269336"/>
              <a:gd name="connsiteY169" fmla="*/ 2131785 h 2323145"/>
              <a:gd name="connsiteX170" fmla="*/ 3541402 w 11269336"/>
              <a:gd name="connsiteY170" fmla="*/ 2106821 h 2323145"/>
              <a:gd name="connsiteX171" fmla="*/ 3365341 w 11269336"/>
              <a:gd name="connsiteY171" fmla="*/ 2077638 h 2323145"/>
              <a:gd name="connsiteX172" fmla="*/ 3170922 w 11269336"/>
              <a:gd name="connsiteY172" fmla="*/ 2115957 h 2323145"/>
              <a:gd name="connsiteX173" fmla="*/ 3156256 w 11269336"/>
              <a:gd name="connsiteY173" fmla="*/ 2124773 h 2323145"/>
              <a:gd name="connsiteX174" fmla="*/ 3140298 w 11269336"/>
              <a:gd name="connsiteY174" fmla="*/ 2129182 h 2323145"/>
              <a:gd name="connsiteX175" fmla="*/ 3138514 w 11269336"/>
              <a:gd name="connsiteY175" fmla="*/ 2128069 h 2323145"/>
              <a:gd name="connsiteX176" fmla="*/ 3120467 w 11269336"/>
              <a:gd name="connsiteY176" fmla="*/ 2128281 h 2323145"/>
              <a:gd name="connsiteX177" fmla="*/ 3116175 w 11269336"/>
              <a:gd name="connsiteY177" fmla="*/ 2131633 h 2323145"/>
              <a:gd name="connsiteX178" fmla="*/ 3103685 w 11269336"/>
              <a:gd name="connsiteY178" fmla="*/ 2132814 h 2323145"/>
              <a:gd name="connsiteX179" fmla="*/ 3078794 w 11269336"/>
              <a:gd name="connsiteY179" fmla="*/ 2137935 h 2323145"/>
              <a:gd name="connsiteX180" fmla="*/ 3074407 w 11269336"/>
              <a:gd name="connsiteY180" fmla="*/ 2136274 h 2323145"/>
              <a:gd name="connsiteX181" fmla="*/ 3037285 w 11269336"/>
              <a:gd name="connsiteY181" fmla="*/ 2139919 h 2323145"/>
              <a:gd name="connsiteX182" fmla="*/ 3036901 w 11269336"/>
              <a:gd name="connsiteY182" fmla="*/ 2138726 h 2323145"/>
              <a:gd name="connsiteX183" fmla="*/ 3026996 w 11269336"/>
              <a:gd name="connsiteY183" fmla="*/ 2134322 h 2323145"/>
              <a:gd name="connsiteX184" fmla="*/ 3007772 w 11269336"/>
              <a:gd name="connsiteY184" fmla="*/ 2128742 h 2323145"/>
              <a:gd name="connsiteX185" fmla="*/ 2965030 w 11269336"/>
              <a:gd name="connsiteY185" fmla="*/ 2100494 h 2323145"/>
              <a:gd name="connsiteX186" fmla="*/ 2926342 w 11269336"/>
              <a:gd name="connsiteY186" fmla="*/ 2104155 h 2323145"/>
              <a:gd name="connsiteX187" fmla="*/ 2918608 w 11269336"/>
              <a:gd name="connsiteY187" fmla="*/ 2104215 h 2323145"/>
              <a:gd name="connsiteX188" fmla="*/ 2918475 w 11269336"/>
              <a:gd name="connsiteY188" fmla="*/ 2103937 h 2323145"/>
              <a:gd name="connsiteX189" fmla="*/ 2910360 w 11269336"/>
              <a:gd name="connsiteY189" fmla="*/ 2103444 h 2323145"/>
              <a:gd name="connsiteX190" fmla="*/ 2904507 w 11269336"/>
              <a:gd name="connsiteY190" fmla="*/ 2104326 h 2323145"/>
              <a:gd name="connsiteX191" fmla="*/ 2889503 w 11269336"/>
              <a:gd name="connsiteY191" fmla="*/ 2104443 h 2323145"/>
              <a:gd name="connsiteX192" fmla="*/ 2884480 w 11269336"/>
              <a:gd name="connsiteY192" fmla="*/ 2102626 h 2323145"/>
              <a:gd name="connsiteX193" fmla="*/ 2882689 w 11269336"/>
              <a:gd name="connsiteY193" fmla="*/ 2099228 h 2323145"/>
              <a:gd name="connsiteX194" fmla="*/ 2881291 w 11269336"/>
              <a:gd name="connsiteY194" fmla="*/ 2099618 h 2323145"/>
              <a:gd name="connsiteX195" fmla="*/ 2853979 w 11269336"/>
              <a:gd name="connsiteY195" fmla="*/ 2090388 h 2323145"/>
              <a:gd name="connsiteX196" fmla="*/ 2791790 w 11269336"/>
              <a:gd name="connsiteY196" fmla="*/ 2080332 h 2323145"/>
              <a:gd name="connsiteX197" fmla="*/ 2755844 w 11269336"/>
              <a:gd name="connsiteY197" fmla="*/ 2078874 h 2323145"/>
              <a:gd name="connsiteX198" fmla="*/ 2657742 w 11269336"/>
              <a:gd name="connsiteY198" fmla="*/ 2070179 h 2323145"/>
              <a:gd name="connsiteX199" fmla="*/ 2559549 w 11269336"/>
              <a:gd name="connsiteY199" fmla="*/ 2057873 h 2323145"/>
              <a:gd name="connsiteX200" fmla="*/ 2512054 w 11269336"/>
              <a:gd name="connsiteY200" fmla="*/ 2031671 h 2323145"/>
              <a:gd name="connsiteX201" fmla="*/ 2506437 w 11269336"/>
              <a:gd name="connsiteY201" fmla="*/ 2030918 h 2323145"/>
              <a:gd name="connsiteX202" fmla="*/ 2491752 w 11269336"/>
              <a:gd name="connsiteY202" fmla="*/ 2033906 h 2323145"/>
              <a:gd name="connsiteX203" fmla="*/ 2486338 w 11269336"/>
              <a:gd name="connsiteY203" fmla="*/ 2035862 h 2323145"/>
              <a:gd name="connsiteX204" fmla="*/ 2478186 w 11269336"/>
              <a:gd name="connsiteY204" fmla="*/ 2036953 h 2323145"/>
              <a:gd name="connsiteX205" fmla="*/ 2477950 w 11269336"/>
              <a:gd name="connsiteY205" fmla="*/ 2036715 h 2323145"/>
              <a:gd name="connsiteX206" fmla="*/ 2470381 w 11269336"/>
              <a:gd name="connsiteY206" fmla="*/ 2038256 h 2323145"/>
              <a:gd name="connsiteX207" fmla="*/ 2433781 w 11269336"/>
              <a:gd name="connsiteY207" fmla="*/ 2049140 h 2323145"/>
              <a:gd name="connsiteX208" fmla="*/ 2381172 w 11269336"/>
              <a:gd name="connsiteY208" fmla="*/ 2030645 h 2323145"/>
              <a:gd name="connsiteX209" fmla="*/ 2360198 w 11269336"/>
              <a:gd name="connsiteY209" fmla="*/ 2029059 h 2323145"/>
              <a:gd name="connsiteX210" fmla="*/ 2348815 w 11269336"/>
              <a:gd name="connsiteY210" fmla="*/ 2026798 h 2323145"/>
              <a:gd name="connsiteX211" fmla="*/ 2347988 w 11269336"/>
              <a:gd name="connsiteY211" fmla="*/ 2025745 h 2323145"/>
              <a:gd name="connsiteX212" fmla="*/ 2312920 w 11269336"/>
              <a:gd name="connsiteY212" fmla="*/ 2036311 h 2323145"/>
              <a:gd name="connsiteX213" fmla="*/ 2307986 w 11269336"/>
              <a:gd name="connsiteY213" fmla="*/ 2035583 h 2323145"/>
              <a:gd name="connsiteX214" fmla="*/ 2285481 w 11269336"/>
              <a:gd name="connsiteY214" fmla="*/ 2045197 h 2323145"/>
              <a:gd name="connsiteX215" fmla="*/ 2273666 w 11269336"/>
              <a:gd name="connsiteY215" fmla="*/ 2048710 h 2323145"/>
              <a:gd name="connsiteX216" fmla="*/ 2270719 w 11269336"/>
              <a:gd name="connsiteY216" fmla="*/ 2052702 h 2323145"/>
              <a:gd name="connsiteX217" fmla="*/ 2253080 w 11269336"/>
              <a:gd name="connsiteY217" fmla="*/ 2056363 h 2323145"/>
              <a:gd name="connsiteX218" fmla="*/ 2250906 w 11269336"/>
              <a:gd name="connsiteY218" fmla="*/ 2055654 h 2323145"/>
              <a:gd name="connsiteX219" fmla="*/ 2236905 w 11269336"/>
              <a:gd name="connsiteY219" fmla="*/ 2062882 h 2323145"/>
              <a:gd name="connsiteX220" fmla="*/ 2225830 w 11269336"/>
              <a:gd name="connsiteY220" fmla="*/ 2074027 h 2323145"/>
              <a:gd name="connsiteX221" fmla="*/ 2073776 w 11269336"/>
              <a:gd name="connsiteY221" fmla="*/ 2089244 h 2323145"/>
              <a:gd name="connsiteX222" fmla="*/ 1948256 w 11269336"/>
              <a:gd name="connsiteY222" fmla="*/ 2146616 h 2323145"/>
              <a:gd name="connsiteX223" fmla="*/ 1865582 w 11269336"/>
              <a:gd name="connsiteY223" fmla="*/ 2153738 h 2323145"/>
              <a:gd name="connsiteX224" fmla="*/ 1835210 w 11269336"/>
              <a:gd name="connsiteY224" fmla="*/ 2134244 h 2323145"/>
              <a:gd name="connsiteX225" fmla="*/ 1632661 w 11269336"/>
              <a:gd name="connsiteY225" fmla="*/ 2173882 h 2323145"/>
              <a:gd name="connsiteX226" fmla="*/ 1579590 w 11269336"/>
              <a:gd name="connsiteY226" fmla="*/ 2173680 h 2323145"/>
              <a:gd name="connsiteX227" fmla="*/ 1535601 w 11269336"/>
              <a:gd name="connsiteY227" fmla="*/ 2194590 h 2323145"/>
              <a:gd name="connsiteX228" fmla="*/ 1515594 w 11269336"/>
              <a:gd name="connsiteY228" fmla="*/ 2189622 h 2323145"/>
              <a:gd name="connsiteX229" fmla="*/ 1512113 w 11269336"/>
              <a:gd name="connsiteY229" fmla="*/ 2188534 h 2323145"/>
              <a:gd name="connsiteX230" fmla="*/ 1498838 w 11269336"/>
              <a:gd name="connsiteY230" fmla="*/ 2189213 h 2323145"/>
              <a:gd name="connsiteX231" fmla="*/ 1494279 w 11269336"/>
              <a:gd name="connsiteY231" fmla="*/ 2183112 h 2323145"/>
              <a:gd name="connsiteX232" fmla="*/ 1473714 w 11269336"/>
              <a:gd name="connsiteY232" fmla="*/ 2179625 h 2323145"/>
              <a:gd name="connsiteX233" fmla="*/ 1449503 w 11269336"/>
              <a:gd name="connsiteY233" fmla="*/ 2182633 h 2323145"/>
              <a:gd name="connsiteX234" fmla="*/ 1266687 w 11269336"/>
              <a:gd name="connsiteY234" fmla="*/ 2212688 h 2323145"/>
              <a:gd name="connsiteX235" fmla="*/ 1239614 w 11269336"/>
              <a:gd name="connsiteY235" fmla="*/ 2209727 h 2323145"/>
              <a:gd name="connsiteX236" fmla="*/ 1202436 w 11269336"/>
              <a:gd name="connsiteY236" fmla="*/ 2209817 h 2323145"/>
              <a:gd name="connsiteX237" fmla="*/ 1136097 w 11269336"/>
              <a:gd name="connsiteY237" fmla="*/ 2205112 h 2323145"/>
              <a:gd name="connsiteX238" fmla="*/ 988232 w 11269336"/>
              <a:gd name="connsiteY238" fmla="*/ 2235635 h 2323145"/>
              <a:gd name="connsiteX239" fmla="*/ 981959 w 11269336"/>
              <a:gd name="connsiteY239" fmla="*/ 2231607 h 2323145"/>
              <a:gd name="connsiteX240" fmla="*/ 938600 w 11269336"/>
              <a:gd name="connsiteY240" fmla="*/ 2238113 h 2323145"/>
              <a:gd name="connsiteX241" fmla="*/ 791788 w 11269336"/>
              <a:gd name="connsiteY241" fmla="*/ 2293224 h 2323145"/>
              <a:gd name="connsiteX242" fmla="*/ 706914 w 11269336"/>
              <a:gd name="connsiteY242" fmla="*/ 2305046 h 2323145"/>
              <a:gd name="connsiteX243" fmla="*/ 675971 w 11269336"/>
              <a:gd name="connsiteY243" fmla="*/ 2304030 h 2323145"/>
              <a:gd name="connsiteX244" fmla="*/ 624180 w 11269336"/>
              <a:gd name="connsiteY244" fmla="*/ 2302650 h 2323145"/>
              <a:gd name="connsiteX245" fmla="*/ 583453 w 11269336"/>
              <a:gd name="connsiteY245" fmla="*/ 2288788 h 2323145"/>
              <a:gd name="connsiteX246" fmla="*/ 540946 w 11269336"/>
              <a:gd name="connsiteY246" fmla="*/ 2292721 h 2323145"/>
              <a:gd name="connsiteX247" fmla="*/ 533680 w 11269336"/>
              <a:gd name="connsiteY247" fmla="*/ 2310233 h 2323145"/>
              <a:gd name="connsiteX248" fmla="*/ 487366 w 11269336"/>
              <a:gd name="connsiteY248" fmla="*/ 2309053 h 2323145"/>
              <a:gd name="connsiteX249" fmla="*/ 416820 w 11269336"/>
              <a:gd name="connsiteY249" fmla="*/ 2305443 h 2323145"/>
              <a:gd name="connsiteX250" fmla="*/ 376805 w 11269336"/>
              <a:gd name="connsiteY250" fmla="*/ 2307647 h 2323145"/>
              <a:gd name="connsiteX251" fmla="*/ 266777 w 11269336"/>
              <a:gd name="connsiteY251" fmla="*/ 2309012 h 2323145"/>
              <a:gd name="connsiteX252" fmla="*/ 156013 w 11269336"/>
              <a:gd name="connsiteY252" fmla="*/ 2306832 h 2323145"/>
              <a:gd name="connsiteX253" fmla="*/ 87258 w 11269336"/>
              <a:gd name="connsiteY253" fmla="*/ 2285511 h 2323145"/>
              <a:gd name="connsiteX254" fmla="*/ 23798 w 11269336"/>
              <a:gd name="connsiteY254" fmla="*/ 2281822 h 2323145"/>
              <a:gd name="connsiteX255" fmla="*/ 0 w 11269336"/>
              <a:gd name="connsiteY255" fmla="*/ 2285369 h 2323145"/>
              <a:gd name="connsiteX256" fmla="*/ 0 w 11269336"/>
              <a:gd name="connsiteY256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59937 w 11269336"/>
              <a:gd name="connsiteY144" fmla="*/ 2195182 h 2323145"/>
              <a:gd name="connsiteX145" fmla="*/ 4405765 w 11269336"/>
              <a:gd name="connsiteY145" fmla="*/ 2199902 h 2323145"/>
              <a:gd name="connsiteX146" fmla="*/ 4401354 w 11269336"/>
              <a:gd name="connsiteY146" fmla="*/ 2194745 h 2323145"/>
              <a:gd name="connsiteX147" fmla="*/ 4366646 w 11269336"/>
              <a:gd name="connsiteY147" fmla="*/ 2198564 h 2323145"/>
              <a:gd name="connsiteX148" fmla="*/ 4354009 w 11269336"/>
              <a:gd name="connsiteY148" fmla="*/ 2204984 h 2323145"/>
              <a:gd name="connsiteX149" fmla="*/ 4348284 w 11269336"/>
              <a:gd name="connsiteY149" fmla="*/ 2205270 h 2323145"/>
              <a:gd name="connsiteX150" fmla="*/ 4333906 w 11269336"/>
              <a:gd name="connsiteY150" fmla="*/ 2205251 h 2323145"/>
              <a:gd name="connsiteX151" fmla="*/ 4308819 w 11269336"/>
              <a:gd name="connsiteY151" fmla="*/ 2203822 h 2323145"/>
              <a:gd name="connsiteX152" fmla="*/ 4301210 w 11269336"/>
              <a:gd name="connsiteY152" fmla="*/ 2204456 h 2323145"/>
              <a:gd name="connsiteX153" fmla="*/ 4283095 w 11269336"/>
              <a:gd name="connsiteY153" fmla="*/ 2198177 h 2323145"/>
              <a:gd name="connsiteX154" fmla="*/ 4250119 w 11269336"/>
              <a:gd name="connsiteY154" fmla="*/ 2196342 h 2323145"/>
              <a:gd name="connsiteX155" fmla="*/ 4189203 w 11269336"/>
              <a:gd name="connsiteY155" fmla="*/ 2178994 h 2323145"/>
              <a:gd name="connsiteX156" fmla="*/ 4154035 w 11269336"/>
              <a:gd name="connsiteY156" fmla="*/ 2171950 h 2323145"/>
              <a:gd name="connsiteX157" fmla="*/ 4129569 w 11269336"/>
              <a:gd name="connsiteY157" fmla="*/ 2163850 h 2323145"/>
              <a:gd name="connsiteX158" fmla="*/ 4061250 w 11269336"/>
              <a:gd name="connsiteY158" fmla="*/ 2159236 h 2323145"/>
              <a:gd name="connsiteX159" fmla="*/ 3945480 w 11269336"/>
              <a:gd name="connsiteY159" fmla="*/ 2158279 h 2323145"/>
              <a:gd name="connsiteX160" fmla="*/ 3921468 w 11269336"/>
              <a:gd name="connsiteY160" fmla="*/ 2156588 h 2323145"/>
              <a:gd name="connsiteX161" fmla="*/ 3903348 w 11269336"/>
              <a:gd name="connsiteY161" fmla="*/ 2149220 h 2323145"/>
              <a:gd name="connsiteX162" fmla="*/ 3901342 w 11269336"/>
              <a:gd name="connsiteY162" fmla="*/ 2142355 h 2323145"/>
              <a:gd name="connsiteX163" fmla="*/ 3888539 w 11269336"/>
              <a:gd name="connsiteY163" fmla="*/ 2140476 h 2323145"/>
              <a:gd name="connsiteX164" fmla="*/ 3885662 w 11269336"/>
              <a:gd name="connsiteY164" fmla="*/ 2138740 h 2323145"/>
              <a:gd name="connsiteX165" fmla="*/ 3868627 w 11269336"/>
              <a:gd name="connsiteY165" fmla="*/ 2130023 h 2323145"/>
              <a:gd name="connsiteX166" fmla="*/ 3819177 w 11269336"/>
              <a:gd name="connsiteY166" fmla="*/ 2142111 h 2323145"/>
              <a:gd name="connsiteX167" fmla="*/ 3769100 w 11269336"/>
              <a:gd name="connsiteY167" fmla="*/ 2131731 h 2323145"/>
              <a:gd name="connsiteX168" fmla="*/ 3562752 w 11269336"/>
              <a:gd name="connsiteY168" fmla="*/ 2131785 h 2323145"/>
              <a:gd name="connsiteX169" fmla="*/ 3541402 w 11269336"/>
              <a:gd name="connsiteY169" fmla="*/ 2106821 h 2323145"/>
              <a:gd name="connsiteX170" fmla="*/ 3365341 w 11269336"/>
              <a:gd name="connsiteY170" fmla="*/ 2077638 h 2323145"/>
              <a:gd name="connsiteX171" fmla="*/ 3170922 w 11269336"/>
              <a:gd name="connsiteY171" fmla="*/ 2115957 h 2323145"/>
              <a:gd name="connsiteX172" fmla="*/ 3156256 w 11269336"/>
              <a:gd name="connsiteY172" fmla="*/ 2124773 h 2323145"/>
              <a:gd name="connsiteX173" fmla="*/ 3140298 w 11269336"/>
              <a:gd name="connsiteY173" fmla="*/ 2129182 h 2323145"/>
              <a:gd name="connsiteX174" fmla="*/ 3138514 w 11269336"/>
              <a:gd name="connsiteY174" fmla="*/ 2128069 h 2323145"/>
              <a:gd name="connsiteX175" fmla="*/ 3120467 w 11269336"/>
              <a:gd name="connsiteY175" fmla="*/ 2128281 h 2323145"/>
              <a:gd name="connsiteX176" fmla="*/ 3116175 w 11269336"/>
              <a:gd name="connsiteY176" fmla="*/ 2131633 h 2323145"/>
              <a:gd name="connsiteX177" fmla="*/ 3103685 w 11269336"/>
              <a:gd name="connsiteY177" fmla="*/ 2132814 h 2323145"/>
              <a:gd name="connsiteX178" fmla="*/ 3078794 w 11269336"/>
              <a:gd name="connsiteY178" fmla="*/ 2137935 h 2323145"/>
              <a:gd name="connsiteX179" fmla="*/ 3074407 w 11269336"/>
              <a:gd name="connsiteY179" fmla="*/ 2136274 h 2323145"/>
              <a:gd name="connsiteX180" fmla="*/ 3037285 w 11269336"/>
              <a:gd name="connsiteY180" fmla="*/ 2139919 h 2323145"/>
              <a:gd name="connsiteX181" fmla="*/ 3036901 w 11269336"/>
              <a:gd name="connsiteY181" fmla="*/ 2138726 h 2323145"/>
              <a:gd name="connsiteX182" fmla="*/ 3026996 w 11269336"/>
              <a:gd name="connsiteY182" fmla="*/ 2134322 h 2323145"/>
              <a:gd name="connsiteX183" fmla="*/ 3007772 w 11269336"/>
              <a:gd name="connsiteY183" fmla="*/ 2128742 h 2323145"/>
              <a:gd name="connsiteX184" fmla="*/ 2965030 w 11269336"/>
              <a:gd name="connsiteY184" fmla="*/ 2100494 h 2323145"/>
              <a:gd name="connsiteX185" fmla="*/ 2926342 w 11269336"/>
              <a:gd name="connsiteY185" fmla="*/ 2104155 h 2323145"/>
              <a:gd name="connsiteX186" fmla="*/ 2918608 w 11269336"/>
              <a:gd name="connsiteY186" fmla="*/ 2104215 h 2323145"/>
              <a:gd name="connsiteX187" fmla="*/ 2918475 w 11269336"/>
              <a:gd name="connsiteY187" fmla="*/ 2103937 h 2323145"/>
              <a:gd name="connsiteX188" fmla="*/ 2910360 w 11269336"/>
              <a:gd name="connsiteY188" fmla="*/ 2103444 h 2323145"/>
              <a:gd name="connsiteX189" fmla="*/ 2904507 w 11269336"/>
              <a:gd name="connsiteY189" fmla="*/ 2104326 h 2323145"/>
              <a:gd name="connsiteX190" fmla="*/ 2889503 w 11269336"/>
              <a:gd name="connsiteY190" fmla="*/ 2104443 h 2323145"/>
              <a:gd name="connsiteX191" fmla="*/ 2884480 w 11269336"/>
              <a:gd name="connsiteY191" fmla="*/ 2102626 h 2323145"/>
              <a:gd name="connsiteX192" fmla="*/ 2882689 w 11269336"/>
              <a:gd name="connsiteY192" fmla="*/ 2099228 h 2323145"/>
              <a:gd name="connsiteX193" fmla="*/ 2881291 w 11269336"/>
              <a:gd name="connsiteY193" fmla="*/ 2099618 h 2323145"/>
              <a:gd name="connsiteX194" fmla="*/ 2853979 w 11269336"/>
              <a:gd name="connsiteY194" fmla="*/ 2090388 h 2323145"/>
              <a:gd name="connsiteX195" fmla="*/ 2791790 w 11269336"/>
              <a:gd name="connsiteY195" fmla="*/ 2080332 h 2323145"/>
              <a:gd name="connsiteX196" fmla="*/ 2755844 w 11269336"/>
              <a:gd name="connsiteY196" fmla="*/ 2078874 h 2323145"/>
              <a:gd name="connsiteX197" fmla="*/ 2657742 w 11269336"/>
              <a:gd name="connsiteY197" fmla="*/ 2070179 h 2323145"/>
              <a:gd name="connsiteX198" fmla="*/ 2559549 w 11269336"/>
              <a:gd name="connsiteY198" fmla="*/ 2057873 h 2323145"/>
              <a:gd name="connsiteX199" fmla="*/ 2512054 w 11269336"/>
              <a:gd name="connsiteY199" fmla="*/ 2031671 h 2323145"/>
              <a:gd name="connsiteX200" fmla="*/ 2506437 w 11269336"/>
              <a:gd name="connsiteY200" fmla="*/ 2030918 h 2323145"/>
              <a:gd name="connsiteX201" fmla="*/ 2491752 w 11269336"/>
              <a:gd name="connsiteY201" fmla="*/ 2033906 h 2323145"/>
              <a:gd name="connsiteX202" fmla="*/ 2486338 w 11269336"/>
              <a:gd name="connsiteY202" fmla="*/ 2035862 h 2323145"/>
              <a:gd name="connsiteX203" fmla="*/ 2478186 w 11269336"/>
              <a:gd name="connsiteY203" fmla="*/ 2036953 h 2323145"/>
              <a:gd name="connsiteX204" fmla="*/ 2477950 w 11269336"/>
              <a:gd name="connsiteY204" fmla="*/ 2036715 h 2323145"/>
              <a:gd name="connsiteX205" fmla="*/ 2470381 w 11269336"/>
              <a:gd name="connsiteY205" fmla="*/ 2038256 h 2323145"/>
              <a:gd name="connsiteX206" fmla="*/ 2433781 w 11269336"/>
              <a:gd name="connsiteY206" fmla="*/ 2049140 h 2323145"/>
              <a:gd name="connsiteX207" fmla="*/ 2381172 w 11269336"/>
              <a:gd name="connsiteY207" fmla="*/ 2030645 h 2323145"/>
              <a:gd name="connsiteX208" fmla="*/ 2360198 w 11269336"/>
              <a:gd name="connsiteY208" fmla="*/ 2029059 h 2323145"/>
              <a:gd name="connsiteX209" fmla="*/ 2348815 w 11269336"/>
              <a:gd name="connsiteY209" fmla="*/ 2026798 h 2323145"/>
              <a:gd name="connsiteX210" fmla="*/ 2347988 w 11269336"/>
              <a:gd name="connsiteY210" fmla="*/ 2025745 h 2323145"/>
              <a:gd name="connsiteX211" fmla="*/ 2312920 w 11269336"/>
              <a:gd name="connsiteY211" fmla="*/ 2036311 h 2323145"/>
              <a:gd name="connsiteX212" fmla="*/ 2307986 w 11269336"/>
              <a:gd name="connsiteY212" fmla="*/ 2035583 h 2323145"/>
              <a:gd name="connsiteX213" fmla="*/ 2285481 w 11269336"/>
              <a:gd name="connsiteY213" fmla="*/ 2045197 h 2323145"/>
              <a:gd name="connsiteX214" fmla="*/ 2273666 w 11269336"/>
              <a:gd name="connsiteY214" fmla="*/ 2048710 h 2323145"/>
              <a:gd name="connsiteX215" fmla="*/ 2270719 w 11269336"/>
              <a:gd name="connsiteY215" fmla="*/ 2052702 h 2323145"/>
              <a:gd name="connsiteX216" fmla="*/ 2253080 w 11269336"/>
              <a:gd name="connsiteY216" fmla="*/ 2056363 h 2323145"/>
              <a:gd name="connsiteX217" fmla="*/ 2250906 w 11269336"/>
              <a:gd name="connsiteY217" fmla="*/ 2055654 h 2323145"/>
              <a:gd name="connsiteX218" fmla="*/ 2236905 w 11269336"/>
              <a:gd name="connsiteY218" fmla="*/ 2062882 h 2323145"/>
              <a:gd name="connsiteX219" fmla="*/ 2225830 w 11269336"/>
              <a:gd name="connsiteY219" fmla="*/ 2074027 h 2323145"/>
              <a:gd name="connsiteX220" fmla="*/ 2073776 w 11269336"/>
              <a:gd name="connsiteY220" fmla="*/ 2089244 h 2323145"/>
              <a:gd name="connsiteX221" fmla="*/ 1948256 w 11269336"/>
              <a:gd name="connsiteY221" fmla="*/ 2146616 h 2323145"/>
              <a:gd name="connsiteX222" fmla="*/ 1865582 w 11269336"/>
              <a:gd name="connsiteY222" fmla="*/ 2153738 h 2323145"/>
              <a:gd name="connsiteX223" fmla="*/ 1835210 w 11269336"/>
              <a:gd name="connsiteY223" fmla="*/ 2134244 h 2323145"/>
              <a:gd name="connsiteX224" fmla="*/ 1632661 w 11269336"/>
              <a:gd name="connsiteY224" fmla="*/ 2173882 h 2323145"/>
              <a:gd name="connsiteX225" fmla="*/ 1579590 w 11269336"/>
              <a:gd name="connsiteY225" fmla="*/ 2173680 h 2323145"/>
              <a:gd name="connsiteX226" fmla="*/ 1535601 w 11269336"/>
              <a:gd name="connsiteY226" fmla="*/ 2194590 h 2323145"/>
              <a:gd name="connsiteX227" fmla="*/ 1515594 w 11269336"/>
              <a:gd name="connsiteY227" fmla="*/ 2189622 h 2323145"/>
              <a:gd name="connsiteX228" fmla="*/ 1512113 w 11269336"/>
              <a:gd name="connsiteY228" fmla="*/ 2188534 h 2323145"/>
              <a:gd name="connsiteX229" fmla="*/ 1498838 w 11269336"/>
              <a:gd name="connsiteY229" fmla="*/ 2189213 h 2323145"/>
              <a:gd name="connsiteX230" fmla="*/ 1494279 w 11269336"/>
              <a:gd name="connsiteY230" fmla="*/ 2183112 h 2323145"/>
              <a:gd name="connsiteX231" fmla="*/ 1473714 w 11269336"/>
              <a:gd name="connsiteY231" fmla="*/ 2179625 h 2323145"/>
              <a:gd name="connsiteX232" fmla="*/ 1449503 w 11269336"/>
              <a:gd name="connsiteY232" fmla="*/ 2182633 h 2323145"/>
              <a:gd name="connsiteX233" fmla="*/ 1266687 w 11269336"/>
              <a:gd name="connsiteY233" fmla="*/ 2212688 h 2323145"/>
              <a:gd name="connsiteX234" fmla="*/ 1239614 w 11269336"/>
              <a:gd name="connsiteY234" fmla="*/ 2209727 h 2323145"/>
              <a:gd name="connsiteX235" fmla="*/ 1202436 w 11269336"/>
              <a:gd name="connsiteY235" fmla="*/ 2209817 h 2323145"/>
              <a:gd name="connsiteX236" fmla="*/ 1136097 w 11269336"/>
              <a:gd name="connsiteY236" fmla="*/ 2205112 h 2323145"/>
              <a:gd name="connsiteX237" fmla="*/ 988232 w 11269336"/>
              <a:gd name="connsiteY237" fmla="*/ 2235635 h 2323145"/>
              <a:gd name="connsiteX238" fmla="*/ 981959 w 11269336"/>
              <a:gd name="connsiteY238" fmla="*/ 2231607 h 2323145"/>
              <a:gd name="connsiteX239" fmla="*/ 938600 w 11269336"/>
              <a:gd name="connsiteY239" fmla="*/ 2238113 h 2323145"/>
              <a:gd name="connsiteX240" fmla="*/ 791788 w 11269336"/>
              <a:gd name="connsiteY240" fmla="*/ 2293224 h 2323145"/>
              <a:gd name="connsiteX241" fmla="*/ 706914 w 11269336"/>
              <a:gd name="connsiteY241" fmla="*/ 2305046 h 2323145"/>
              <a:gd name="connsiteX242" fmla="*/ 675971 w 11269336"/>
              <a:gd name="connsiteY242" fmla="*/ 2304030 h 2323145"/>
              <a:gd name="connsiteX243" fmla="*/ 624180 w 11269336"/>
              <a:gd name="connsiteY243" fmla="*/ 2302650 h 2323145"/>
              <a:gd name="connsiteX244" fmla="*/ 583453 w 11269336"/>
              <a:gd name="connsiteY244" fmla="*/ 2288788 h 2323145"/>
              <a:gd name="connsiteX245" fmla="*/ 540946 w 11269336"/>
              <a:gd name="connsiteY245" fmla="*/ 2292721 h 2323145"/>
              <a:gd name="connsiteX246" fmla="*/ 533680 w 11269336"/>
              <a:gd name="connsiteY246" fmla="*/ 2310233 h 2323145"/>
              <a:gd name="connsiteX247" fmla="*/ 487366 w 11269336"/>
              <a:gd name="connsiteY247" fmla="*/ 2309053 h 2323145"/>
              <a:gd name="connsiteX248" fmla="*/ 416820 w 11269336"/>
              <a:gd name="connsiteY248" fmla="*/ 2305443 h 2323145"/>
              <a:gd name="connsiteX249" fmla="*/ 376805 w 11269336"/>
              <a:gd name="connsiteY249" fmla="*/ 2307647 h 2323145"/>
              <a:gd name="connsiteX250" fmla="*/ 266777 w 11269336"/>
              <a:gd name="connsiteY250" fmla="*/ 2309012 h 2323145"/>
              <a:gd name="connsiteX251" fmla="*/ 156013 w 11269336"/>
              <a:gd name="connsiteY251" fmla="*/ 2306832 h 2323145"/>
              <a:gd name="connsiteX252" fmla="*/ 87258 w 11269336"/>
              <a:gd name="connsiteY252" fmla="*/ 2285511 h 2323145"/>
              <a:gd name="connsiteX253" fmla="*/ 23798 w 11269336"/>
              <a:gd name="connsiteY253" fmla="*/ 2281822 h 2323145"/>
              <a:gd name="connsiteX254" fmla="*/ 0 w 11269336"/>
              <a:gd name="connsiteY254" fmla="*/ 2285369 h 2323145"/>
              <a:gd name="connsiteX255" fmla="*/ 0 w 11269336"/>
              <a:gd name="connsiteY255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92832 w 11269336"/>
              <a:gd name="connsiteY142" fmla="*/ 2188033 h 2323145"/>
              <a:gd name="connsiteX143" fmla="*/ 4467257 w 11269336"/>
              <a:gd name="connsiteY143" fmla="*/ 2196121 h 2323145"/>
              <a:gd name="connsiteX144" fmla="*/ 4405765 w 11269336"/>
              <a:gd name="connsiteY144" fmla="*/ 2199902 h 2323145"/>
              <a:gd name="connsiteX145" fmla="*/ 4401354 w 11269336"/>
              <a:gd name="connsiteY145" fmla="*/ 2194745 h 2323145"/>
              <a:gd name="connsiteX146" fmla="*/ 4366646 w 11269336"/>
              <a:gd name="connsiteY146" fmla="*/ 2198564 h 2323145"/>
              <a:gd name="connsiteX147" fmla="*/ 4354009 w 11269336"/>
              <a:gd name="connsiteY147" fmla="*/ 2204984 h 2323145"/>
              <a:gd name="connsiteX148" fmla="*/ 4348284 w 11269336"/>
              <a:gd name="connsiteY148" fmla="*/ 2205270 h 2323145"/>
              <a:gd name="connsiteX149" fmla="*/ 4333906 w 11269336"/>
              <a:gd name="connsiteY149" fmla="*/ 2205251 h 2323145"/>
              <a:gd name="connsiteX150" fmla="*/ 4308819 w 11269336"/>
              <a:gd name="connsiteY150" fmla="*/ 2203822 h 2323145"/>
              <a:gd name="connsiteX151" fmla="*/ 4301210 w 11269336"/>
              <a:gd name="connsiteY151" fmla="*/ 2204456 h 2323145"/>
              <a:gd name="connsiteX152" fmla="*/ 4283095 w 11269336"/>
              <a:gd name="connsiteY152" fmla="*/ 2198177 h 2323145"/>
              <a:gd name="connsiteX153" fmla="*/ 4250119 w 11269336"/>
              <a:gd name="connsiteY153" fmla="*/ 2196342 h 2323145"/>
              <a:gd name="connsiteX154" fmla="*/ 4189203 w 11269336"/>
              <a:gd name="connsiteY154" fmla="*/ 2178994 h 2323145"/>
              <a:gd name="connsiteX155" fmla="*/ 4154035 w 11269336"/>
              <a:gd name="connsiteY155" fmla="*/ 2171950 h 2323145"/>
              <a:gd name="connsiteX156" fmla="*/ 4129569 w 11269336"/>
              <a:gd name="connsiteY156" fmla="*/ 2163850 h 2323145"/>
              <a:gd name="connsiteX157" fmla="*/ 4061250 w 11269336"/>
              <a:gd name="connsiteY157" fmla="*/ 2159236 h 2323145"/>
              <a:gd name="connsiteX158" fmla="*/ 3945480 w 11269336"/>
              <a:gd name="connsiteY158" fmla="*/ 2158279 h 2323145"/>
              <a:gd name="connsiteX159" fmla="*/ 3921468 w 11269336"/>
              <a:gd name="connsiteY159" fmla="*/ 2156588 h 2323145"/>
              <a:gd name="connsiteX160" fmla="*/ 3903348 w 11269336"/>
              <a:gd name="connsiteY160" fmla="*/ 2149220 h 2323145"/>
              <a:gd name="connsiteX161" fmla="*/ 3901342 w 11269336"/>
              <a:gd name="connsiteY161" fmla="*/ 2142355 h 2323145"/>
              <a:gd name="connsiteX162" fmla="*/ 3888539 w 11269336"/>
              <a:gd name="connsiteY162" fmla="*/ 2140476 h 2323145"/>
              <a:gd name="connsiteX163" fmla="*/ 3885662 w 11269336"/>
              <a:gd name="connsiteY163" fmla="*/ 2138740 h 2323145"/>
              <a:gd name="connsiteX164" fmla="*/ 3868627 w 11269336"/>
              <a:gd name="connsiteY164" fmla="*/ 2130023 h 2323145"/>
              <a:gd name="connsiteX165" fmla="*/ 3819177 w 11269336"/>
              <a:gd name="connsiteY165" fmla="*/ 2142111 h 2323145"/>
              <a:gd name="connsiteX166" fmla="*/ 3769100 w 11269336"/>
              <a:gd name="connsiteY166" fmla="*/ 2131731 h 2323145"/>
              <a:gd name="connsiteX167" fmla="*/ 3562752 w 11269336"/>
              <a:gd name="connsiteY167" fmla="*/ 2131785 h 2323145"/>
              <a:gd name="connsiteX168" fmla="*/ 3541402 w 11269336"/>
              <a:gd name="connsiteY168" fmla="*/ 2106821 h 2323145"/>
              <a:gd name="connsiteX169" fmla="*/ 3365341 w 11269336"/>
              <a:gd name="connsiteY169" fmla="*/ 2077638 h 2323145"/>
              <a:gd name="connsiteX170" fmla="*/ 3170922 w 11269336"/>
              <a:gd name="connsiteY170" fmla="*/ 2115957 h 2323145"/>
              <a:gd name="connsiteX171" fmla="*/ 3156256 w 11269336"/>
              <a:gd name="connsiteY171" fmla="*/ 2124773 h 2323145"/>
              <a:gd name="connsiteX172" fmla="*/ 3140298 w 11269336"/>
              <a:gd name="connsiteY172" fmla="*/ 2129182 h 2323145"/>
              <a:gd name="connsiteX173" fmla="*/ 3138514 w 11269336"/>
              <a:gd name="connsiteY173" fmla="*/ 2128069 h 2323145"/>
              <a:gd name="connsiteX174" fmla="*/ 3120467 w 11269336"/>
              <a:gd name="connsiteY174" fmla="*/ 2128281 h 2323145"/>
              <a:gd name="connsiteX175" fmla="*/ 3116175 w 11269336"/>
              <a:gd name="connsiteY175" fmla="*/ 2131633 h 2323145"/>
              <a:gd name="connsiteX176" fmla="*/ 3103685 w 11269336"/>
              <a:gd name="connsiteY176" fmla="*/ 2132814 h 2323145"/>
              <a:gd name="connsiteX177" fmla="*/ 3078794 w 11269336"/>
              <a:gd name="connsiteY177" fmla="*/ 2137935 h 2323145"/>
              <a:gd name="connsiteX178" fmla="*/ 3074407 w 11269336"/>
              <a:gd name="connsiteY178" fmla="*/ 2136274 h 2323145"/>
              <a:gd name="connsiteX179" fmla="*/ 3037285 w 11269336"/>
              <a:gd name="connsiteY179" fmla="*/ 2139919 h 2323145"/>
              <a:gd name="connsiteX180" fmla="*/ 3036901 w 11269336"/>
              <a:gd name="connsiteY180" fmla="*/ 2138726 h 2323145"/>
              <a:gd name="connsiteX181" fmla="*/ 3026996 w 11269336"/>
              <a:gd name="connsiteY181" fmla="*/ 2134322 h 2323145"/>
              <a:gd name="connsiteX182" fmla="*/ 3007772 w 11269336"/>
              <a:gd name="connsiteY182" fmla="*/ 2128742 h 2323145"/>
              <a:gd name="connsiteX183" fmla="*/ 2965030 w 11269336"/>
              <a:gd name="connsiteY183" fmla="*/ 2100494 h 2323145"/>
              <a:gd name="connsiteX184" fmla="*/ 2926342 w 11269336"/>
              <a:gd name="connsiteY184" fmla="*/ 2104155 h 2323145"/>
              <a:gd name="connsiteX185" fmla="*/ 2918608 w 11269336"/>
              <a:gd name="connsiteY185" fmla="*/ 2104215 h 2323145"/>
              <a:gd name="connsiteX186" fmla="*/ 2918475 w 11269336"/>
              <a:gd name="connsiteY186" fmla="*/ 2103937 h 2323145"/>
              <a:gd name="connsiteX187" fmla="*/ 2910360 w 11269336"/>
              <a:gd name="connsiteY187" fmla="*/ 2103444 h 2323145"/>
              <a:gd name="connsiteX188" fmla="*/ 2904507 w 11269336"/>
              <a:gd name="connsiteY188" fmla="*/ 2104326 h 2323145"/>
              <a:gd name="connsiteX189" fmla="*/ 2889503 w 11269336"/>
              <a:gd name="connsiteY189" fmla="*/ 2104443 h 2323145"/>
              <a:gd name="connsiteX190" fmla="*/ 2884480 w 11269336"/>
              <a:gd name="connsiteY190" fmla="*/ 2102626 h 2323145"/>
              <a:gd name="connsiteX191" fmla="*/ 2882689 w 11269336"/>
              <a:gd name="connsiteY191" fmla="*/ 2099228 h 2323145"/>
              <a:gd name="connsiteX192" fmla="*/ 2881291 w 11269336"/>
              <a:gd name="connsiteY192" fmla="*/ 2099618 h 2323145"/>
              <a:gd name="connsiteX193" fmla="*/ 2853979 w 11269336"/>
              <a:gd name="connsiteY193" fmla="*/ 2090388 h 2323145"/>
              <a:gd name="connsiteX194" fmla="*/ 2791790 w 11269336"/>
              <a:gd name="connsiteY194" fmla="*/ 2080332 h 2323145"/>
              <a:gd name="connsiteX195" fmla="*/ 2755844 w 11269336"/>
              <a:gd name="connsiteY195" fmla="*/ 2078874 h 2323145"/>
              <a:gd name="connsiteX196" fmla="*/ 2657742 w 11269336"/>
              <a:gd name="connsiteY196" fmla="*/ 2070179 h 2323145"/>
              <a:gd name="connsiteX197" fmla="*/ 2559549 w 11269336"/>
              <a:gd name="connsiteY197" fmla="*/ 2057873 h 2323145"/>
              <a:gd name="connsiteX198" fmla="*/ 2512054 w 11269336"/>
              <a:gd name="connsiteY198" fmla="*/ 2031671 h 2323145"/>
              <a:gd name="connsiteX199" fmla="*/ 2506437 w 11269336"/>
              <a:gd name="connsiteY199" fmla="*/ 2030918 h 2323145"/>
              <a:gd name="connsiteX200" fmla="*/ 2491752 w 11269336"/>
              <a:gd name="connsiteY200" fmla="*/ 2033906 h 2323145"/>
              <a:gd name="connsiteX201" fmla="*/ 2486338 w 11269336"/>
              <a:gd name="connsiteY201" fmla="*/ 2035862 h 2323145"/>
              <a:gd name="connsiteX202" fmla="*/ 2478186 w 11269336"/>
              <a:gd name="connsiteY202" fmla="*/ 2036953 h 2323145"/>
              <a:gd name="connsiteX203" fmla="*/ 2477950 w 11269336"/>
              <a:gd name="connsiteY203" fmla="*/ 2036715 h 2323145"/>
              <a:gd name="connsiteX204" fmla="*/ 2470381 w 11269336"/>
              <a:gd name="connsiteY204" fmla="*/ 2038256 h 2323145"/>
              <a:gd name="connsiteX205" fmla="*/ 2433781 w 11269336"/>
              <a:gd name="connsiteY205" fmla="*/ 2049140 h 2323145"/>
              <a:gd name="connsiteX206" fmla="*/ 2381172 w 11269336"/>
              <a:gd name="connsiteY206" fmla="*/ 2030645 h 2323145"/>
              <a:gd name="connsiteX207" fmla="*/ 2360198 w 11269336"/>
              <a:gd name="connsiteY207" fmla="*/ 2029059 h 2323145"/>
              <a:gd name="connsiteX208" fmla="*/ 2348815 w 11269336"/>
              <a:gd name="connsiteY208" fmla="*/ 2026798 h 2323145"/>
              <a:gd name="connsiteX209" fmla="*/ 2347988 w 11269336"/>
              <a:gd name="connsiteY209" fmla="*/ 2025745 h 2323145"/>
              <a:gd name="connsiteX210" fmla="*/ 2312920 w 11269336"/>
              <a:gd name="connsiteY210" fmla="*/ 2036311 h 2323145"/>
              <a:gd name="connsiteX211" fmla="*/ 2307986 w 11269336"/>
              <a:gd name="connsiteY211" fmla="*/ 2035583 h 2323145"/>
              <a:gd name="connsiteX212" fmla="*/ 2285481 w 11269336"/>
              <a:gd name="connsiteY212" fmla="*/ 2045197 h 2323145"/>
              <a:gd name="connsiteX213" fmla="*/ 2273666 w 11269336"/>
              <a:gd name="connsiteY213" fmla="*/ 2048710 h 2323145"/>
              <a:gd name="connsiteX214" fmla="*/ 2270719 w 11269336"/>
              <a:gd name="connsiteY214" fmla="*/ 2052702 h 2323145"/>
              <a:gd name="connsiteX215" fmla="*/ 2253080 w 11269336"/>
              <a:gd name="connsiteY215" fmla="*/ 2056363 h 2323145"/>
              <a:gd name="connsiteX216" fmla="*/ 2250906 w 11269336"/>
              <a:gd name="connsiteY216" fmla="*/ 2055654 h 2323145"/>
              <a:gd name="connsiteX217" fmla="*/ 2236905 w 11269336"/>
              <a:gd name="connsiteY217" fmla="*/ 2062882 h 2323145"/>
              <a:gd name="connsiteX218" fmla="*/ 2225830 w 11269336"/>
              <a:gd name="connsiteY218" fmla="*/ 2074027 h 2323145"/>
              <a:gd name="connsiteX219" fmla="*/ 2073776 w 11269336"/>
              <a:gd name="connsiteY219" fmla="*/ 2089244 h 2323145"/>
              <a:gd name="connsiteX220" fmla="*/ 1948256 w 11269336"/>
              <a:gd name="connsiteY220" fmla="*/ 2146616 h 2323145"/>
              <a:gd name="connsiteX221" fmla="*/ 1865582 w 11269336"/>
              <a:gd name="connsiteY221" fmla="*/ 2153738 h 2323145"/>
              <a:gd name="connsiteX222" fmla="*/ 1835210 w 11269336"/>
              <a:gd name="connsiteY222" fmla="*/ 2134244 h 2323145"/>
              <a:gd name="connsiteX223" fmla="*/ 1632661 w 11269336"/>
              <a:gd name="connsiteY223" fmla="*/ 2173882 h 2323145"/>
              <a:gd name="connsiteX224" fmla="*/ 1579590 w 11269336"/>
              <a:gd name="connsiteY224" fmla="*/ 2173680 h 2323145"/>
              <a:gd name="connsiteX225" fmla="*/ 1535601 w 11269336"/>
              <a:gd name="connsiteY225" fmla="*/ 2194590 h 2323145"/>
              <a:gd name="connsiteX226" fmla="*/ 1515594 w 11269336"/>
              <a:gd name="connsiteY226" fmla="*/ 2189622 h 2323145"/>
              <a:gd name="connsiteX227" fmla="*/ 1512113 w 11269336"/>
              <a:gd name="connsiteY227" fmla="*/ 2188534 h 2323145"/>
              <a:gd name="connsiteX228" fmla="*/ 1498838 w 11269336"/>
              <a:gd name="connsiteY228" fmla="*/ 2189213 h 2323145"/>
              <a:gd name="connsiteX229" fmla="*/ 1494279 w 11269336"/>
              <a:gd name="connsiteY229" fmla="*/ 2183112 h 2323145"/>
              <a:gd name="connsiteX230" fmla="*/ 1473714 w 11269336"/>
              <a:gd name="connsiteY230" fmla="*/ 2179625 h 2323145"/>
              <a:gd name="connsiteX231" fmla="*/ 1449503 w 11269336"/>
              <a:gd name="connsiteY231" fmla="*/ 2182633 h 2323145"/>
              <a:gd name="connsiteX232" fmla="*/ 1266687 w 11269336"/>
              <a:gd name="connsiteY232" fmla="*/ 2212688 h 2323145"/>
              <a:gd name="connsiteX233" fmla="*/ 1239614 w 11269336"/>
              <a:gd name="connsiteY233" fmla="*/ 2209727 h 2323145"/>
              <a:gd name="connsiteX234" fmla="*/ 1202436 w 11269336"/>
              <a:gd name="connsiteY234" fmla="*/ 2209817 h 2323145"/>
              <a:gd name="connsiteX235" fmla="*/ 1136097 w 11269336"/>
              <a:gd name="connsiteY235" fmla="*/ 2205112 h 2323145"/>
              <a:gd name="connsiteX236" fmla="*/ 988232 w 11269336"/>
              <a:gd name="connsiteY236" fmla="*/ 2235635 h 2323145"/>
              <a:gd name="connsiteX237" fmla="*/ 981959 w 11269336"/>
              <a:gd name="connsiteY237" fmla="*/ 2231607 h 2323145"/>
              <a:gd name="connsiteX238" fmla="*/ 938600 w 11269336"/>
              <a:gd name="connsiteY238" fmla="*/ 2238113 h 2323145"/>
              <a:gd name="connsiteX239" fmla="*/ 791788 w 11269336"/>
              <a:gd name="connsiteY239" fmla="*/ 2293224 h 2323145"/>
              <a:gd name="connsiteX240" fmla="*/ 706914 w 11269336"/>
              <a:gd name="connsiteY240" fmla="*/ 2305046 h 2323145"/>
              <a:gd name="connsiteX241" fmla="*/ 675971 w 11269336"/>
              <a:gd name="connsiteY241" fmla="*/ 2304030 h 2323145"/>
              <a:gd name="connsiteX242" fmla="*/ 624180 w 11269336"/>
              <a:gd name="connsiteY242" fmla="*/ 2302650 h 2323145"/>
              <a:gd name="connsiteX243" fmla="*/ 583453 w 11269336"/>
              <a:gd name="connsiteY243" fmla="*/ 2288788 h 2323145"/>
              <a:gd name="connsiteX244" fmla="*/ 540946 w 11269336"/>
              <a:gd name="connsiteY244" fmla="*/ 2292721 h 2323145"/>
              <a:gd name="connsiteX245" fmla="*/ 533680 w 11269336"/>
              <a:gd name="connsiteY245" fmla="*/ 2310233 h 2323145"/>
              <a:gd name="connsiteX246" fmla="*/ 487366 w 11269336"/>
              <a:gd name="connsiteY246" fmla="*/ 2309053 h 2323145"/>
              <a:gd name="connsiteX247" fmla="*/ 416820 w 11269336"/>
              <a:gd name="connsiteY247" fmla="*/ 2305443 h 2323145"/>
              <a:gd name="connsiteX248" fmla="*/ 376805 w 11269336"/>
              <a:gd name="connsiteY248" fmla="*/ 2307647 h 2323145"/>
              <a:gd name="connsiteX249" fmla="*/ 266777 w 11269336"/>
              <a:gd name="connsiteY249" fmla="*/ 2309012 h 2323145"/>
              <a:gd name="connsiteX250" fmla="*/ 156013 w 11269336"/>
              <a:gd name="connsiteY250" fmla="*/ 2306832 h 2323145"/>
              <a:gd name="connsiteX251" fmla="*/ 87258 w 11269336"/>
              <a:gd name="connsiteY251" fmla="*/ 2285511 h 2323145"/>
              <a:gd name="connsiteX252" fmla="*/ 23798 w 11269336"/>
              <a:gd name="connsiteY252" fmla="*/ 2281822 h 2323145"/>
              <a:gd name="connsiteX253" fmla="*/ 0 w 11269336"/>
              <a:gd name="connsiteY253" fmla="*/ 2285369 h 2323145"/>
              <a:gd name="connsiteX254" fmla="*/ 0 w 11269336"/>
              <a:gd name="connsiteY254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533444 w 11269336"/>
              <a:gd name="connsiteY141" fmla="*/ 2181200 h 2323145"/>
              <a:gd name="connsiteX142" fmla="*/ 4467257 w 11269336"/>
              <a:gd name="connsiteY142" fmla="*/ 2196121 h 2323145"/>
              <a:gd name="connsiteX143" fmla="*/ 4405765 w 11269336"/>
              <a:gd name="connsiteY143" fmla="*/ 2199902 h 2323145"/>
              <a:gd name="connsiteX144" fmla="*/ 4401354 w 11269336"/>
              <a:gd name="connsiteY144" fmla="*/ 2194745 h 2323145"/>
              <a:gd name="connsiteX145" fmla="*/ 4366646 w 11269336"/>
              <a:gd name="connsiteY145" fmla="*/ 2198564 h 2323145"/>
              <a:gd name="connsiteX146" fmla="*/ 4354009 w 11269336"/>
              <a:gd name="connsiteY146" fmla="*/ 2204984 h 2323145"/>
              <a:gd name="connsiteX147" fmla="*/ 4348284 w 11269336"/>
              <a:gd name="connsiteY147" fmla="*/ 2205270 h 2323145"/>
              <a:gd name="connsiteX148" fmla="*/ 4333906 w 11269336"/>
              <a:gd name="connsiteY148" fmla="*/ 2205251 h 2323145"/>
              <a:gd name="connsiteX149" fmla="*/ 4308819 w 11269336"/>
              <a:gd name="connsiteY149" fmla="*/ 2203822 h 2323145"/>
              <a:gd name="connsiteX150" fmla="*/ 4301210 w 11269336"/>
              <a:gd name="connsiteY150" fmla="*/ 2204456 h 2323145"/>
              <a:gd name="connsiteX151" fmla="*/ 4283095 w 11269336"/>
              <a:gd name="connsiteY151" fmla="*/ 2198177 h 2323145"/>
              <a:gd name="connsiteX152" fmla="*/ 4250119 w 11269336"/>
              <a:gd name="connsiteY152" fmla="*/ 2196342 h 2323145"/>
              <a:gd name="connsiteX153" fmla="*/ 4189203 w 11269336"/>
              <a:gd name="connsiteY153" fmla="*/ 2178994 h 2323145"/>
              <a:gd name="connsiteX154" fmla="*/ 4154035 w 11269336"/>
              <a:gd name="connsiteY154" fmla="*/ 2171950 h 2323145"/>
              <a:gd name="connsiteX155" fmla="*/ 4129569 w 11269336"/>
              <a:gd name="connsiteY155" fmla="*/ 2163850 h 2323145"/>
              <a:gd name="connsiteX156" fmla="*/ 4061250 w 11269336"/>
              <a:gd name="connsiteY156" fmla="*/ 2159236 h 2323145"/>
              <a:gd name="connsiteX157" fmla="*/ 3945480 w 11269336"/>
              <a:gd name="connsiteY157" fmla="*/ 2158279 h 2323145"/>
              <a:gd name="connsiteX158" fmla="*/ 3921468 w 11269336"/>
              <a:gd name="connsiteY158" fmla="*/ 2156588 h 2323145"/>
              <a:gd name="connsiteX159" fmla="*/ 3903348 w 11269336"/>
              <a:gd name="connsiteY159" fmla="*/ 2149220 h 2323145"/>
              <a:gd name="connsiteX160" fmla="*/ 3901342 w 11269336"/>
              <a:gd name="connsiteY160" fmla="*/ 2142355 h 2323145"/>
              <a:gd name="connsiteX161" fmla="*/ 3888539 w 11269336"/>
              <a:gd name="connsiteY161" fmla="*/ 2140476 h 2323145"/>
              <a:gd name="connsiteX162" fmla="*/ 3885662 w 11269336"/>
              <a:gd name="connsiteY162" fmla="*/ 2138740 h 2323145"/>
              <a:gd name="connsiteX163" fmla="*/ 3868627 w 11269336"/>
              <a:gd name="connsiteY163" fmla="*/ 2130023 h 2323145"/>
              <a:gd name="connsiteX164" fmla="*/ 3819177 w 11269336"/>
              <a:gd name="connsiteY164" fmla="*/ 2142111 h 2323145"/>
              <a:gd name="connsiteX165" fmla="*/ 3769100 w 11269336"/>
              <a:gd name="connsiteY165" fmla="*/ 2131731 h 2323145"/>
              <a:gd name="connsiteX166" fmla="*/ 3562752 w 11269336"/>
              <a:gd name="connsiteY166" fmla="*/ 2131785 h 2323145"/>
              <a:gd name="connsiteX167" fmla="*/ 3541402 w 11269336"/>
              <a:gd name="connsiteY167" fmla="*/ 2106821 h 2323145"/>
              <a:gd name="connsiteX168" fmla="*/ 3365341 w 11269336"/>
              <a:gd name="connsiteY168" fmla="*/ 2077638 h 2323145"/>
              <a:gd name="connsiteX169" fmla="*/ 3170922 w 11269336"/>
              <a:gd name="connsiteY169" fmla="*/ 2115957 h 2323145"/>
              <a:gd name="connsiteX170" fmla="*/ 3156256 w 11269336"/>
              <a:gd name="connsiteY170" fmla="*/ 2124773 h 2323145"/>
              <a:gd name="connsiteX171" fmla="*/ 3140298 w 11269336"/>
              <a:gd name="connsiteY171" fmla="*/ 2129182 h 2323145"/>
              <a:gd name="connsiteX172" fmla="*/ 3138514 w 11269336"/>
              <a:gd name="connsiteY172" fmla="*/ 2128069 h 2323145"/>
              <a:gd name="connsiteX173" fmla="*/ 3120467 w 11269336"/>
              <a:gd name="connsiteY173" fmla="*/ 2128281 h 2323145"/>
              <a:gd name="connsiteX174" fmla="*/ 3116175 w 11269336"/>
              <a:gd name="connsiteY174" fmla="*/ 2131633 h 2323145"/>
              <a:gd name="connsiteX175" fmla="*/ 3103685 w 11269336"/>
              <a:gd name="connsiteY175" fmla="*/ 2132814 h 2323145"/>
              <a:gd name="connsiteX176" fmla="*/ 3078794 w 11269336"/>
              <a:gd name="connsiteY176" fmla="*/ 2137935 h 2323145"/>
              <a:gd name="connsiteX177" fmla="*/ 3074407 w 11269336"/>
              <a:gd name="connsiteY177" fmla="*/ 2136274 h 2323145"/>
              <a:gd name="connsiteX178" fmla="*/ 3037285 w 11269336"/>
              <a:gd name="connsiteY178" fmla="*/ 2139919 h 2323145"/>
              <a:gd name="connsiteX179" fmla="*/ 3036901 w 11269336"/>
              <a:gd name="connsiteY179" fmla="*/ 2138726 h 2323145"/>
              <a:gd name="connsiteX180" fmla="*/ 3026996 w 11269336"/>
              <a:gd name="connsiteY180" fmla="*/ 2134322 h 2323145"/>
              <a:gd name="connsiteX181" fmla="*/ 3007772 w 11269336"/>
              <a:gd name="connsiteY181" fmla="*/ 2128742 h 2323145"/>
              <a:gd name="connsiteX182" fmla="*/ 2965030 w 11269336"/>
              <a:gd name="connsiteY182" fmla="*/ 2100494 h 2323145"/>
              <a:gd name="connsiteX183" fmla="*/ 2926342 w 11269336"/>
              <a:gd name="connsiteY183" fmla="*/ 2104155 h 2323145"/>
              <a:gd name="connsiteX184" fmla="*/ 2918608 w 11269336"/>
              <a:gd name="connsiteY184" fmla="*/ 2104215 h 2323145"/>
              <a:gd name="connsiteX185" fmla="*/ 2918475 w 11269336"/>
              <a:gd name="connsiteY185" fmla="*/ 2103937 h 2323145"/>
              <a:gd name="connsiteX186" fmla="*/ 2910360 w 11269336"/>
              <a:gd name="connsiteY186" fmla="*/ 2103444 h 2323145"/>
              <a:gd name="connsiteX187" fmla="*/ 2904507 w 11269336"/>
              <a:gd name="connsiteY187" fmla="*/ 2104326 h 2323145"/>
              <a:gd name="connsiteX188" fmla="*/ 2889503 w 11269336"/>
              <a:gd name="connsiteY188" fmla="*/ 2104443 h 2323145"/>
              <a:gd name="connsiteX189" fmla="*/ 2884480 w 11269336"/>
              <a:gd name="connsiteY189" fmla="*/ 2102626 h 2323145"/>
              <a:gd name="connsiteX190" fmla="*/ 2882689 w 11269336"/>
              <a:gd name="connsiteY190" fmla="*/ 2099228 h 2323145"/>
              <a:gd name="connsiteX191" fmla="*/ 2881291 w 11269336"/>
              <a:gd name="connsiteY191" fmla="*/ 2099618 h 2323145"/>
              <a:gd name="connsiteX192" fmla="*/ 2853979 w 11269336"/>
              <a:gd name="connsiteY192" fmla="*/ 2090388 h 2323145"/>
              <a:gd name="connsiteX193" fmla="*/ 2791790 w 11269336"/>
              <a:gd name="connsiteY193" fmla="*/ 2080332 h 2323145"/>
              <a:gd name="connsiteX194" fmla="*/ 2755844 w 11269336"/>
              <a:gd name="connsiteY194" fmla="*/ 2078874 h 2323145"/>
              <a:gd name="connsiteX195" fmla="*/ 2657742 w 11269336"/>
              <a:gd name="connsiteY195" fmla="*/ 2070179 h 2323145"/>
              <a:gd name="connsiteX196" fmla="*/ 2559549 w 11269336"/>
              <a:gd name="connsiteY196" fmla="*/ 2057873 h 2323145"/>
              <a:gd name="connsiteX197" fmla="*/ 2512054 w 11269336"/>
              <a:gd name="connsiteY197" fmla="*/ 2031671 h 2323145"/>
              <a:gd name="connsiteX198" fmla="*/ 2506437 w 11269336"/>
              <a:gd name="connsiteY198" fmla="*/ 2030918 h 2323145"/>
              <a:gd name="connsiteX199" fmla="*/ 2491752 w 11269336"/>
              <a:gd name="connsiteY199" fmla="*/ 2033906 h 2323145"/>
              <a:gd name="connsiteX200" fmla="*/ 2486338 w 11269336"/>
              <a:gd name="connsiteY200" fmla="*/ 2035862 h 2323145"/>
              <a:gd name="connsiteX201" fmla="*/ 2478186 w 11269336"/>
              <a:gd name="connsiteY201" fmla="*/ 2036953 h 2323145"/>
              <a:gd name="connsiteX202" fmla="*/ 2477950 w 11269336"/>
              <a:gd name="connsiteY202" fmla="*/ 2036715 h 2323145"/>
              <a:gd name="connsiteX203" fmla="*/ 2470381 w 11269336"/>
              <a:gd name="connsiteY203" fmla="*/ 2038256 h 2323145"/>
              <a:gd name="connsiteX204" fmla="*/ 2433781 w 11269336"/>
              <a:gd name="connsiteY204" fmla="*/ 2049140 h 2323145"/>
              <a:gd name="connsiteX205" fmla="*/ 2381172 w 11269336"/>
              <a:gd name="connsiteY205" fmla="*/ 2030645 h 2323145"/>
              <a:gd name="connsiteX206" fmla="*/ 2360198 w 11269336"/>
              <a:gd name="connsiteY206" fmla="*/ 2029059 h 2323145"/>
              <a:gd name="connsiteX207" fmla="*/ 2348815 w 11269336"/>
              <a:gd name="connsiteY207" fmla="*/ 2026798 h 2323145"/>
              <a:gd name="connsiteX208" fmla="*/ 2347988 w 11269336"/>
              <a:gd name="connsiteY208" fmla="*/ 2025745 h 2323145"/>
              <a:gd name="connsiteX209" fmla="*/ 2312920 w 11269336"/>
              <a:gd name="connsiteY209" fmla="*/ 2036311 h 2323145"/>
              <a:gd name="connsiteX210" fmla="*/ 2307986 w 11269336"/>
              <a:gd name="connsiteY210" fmla="*/ 2035583 h 2323145"/>
              <a:gd name="connsiteX211" fmla="*/ 2285481 w 11269336"/>
              <a:gd name="connsiteY211" fmla="*/ 2045197 h 2323145"/>
              <a:gd name="connsiteX212" fmla="*/ 2273666 w 11269336"/>
              <a:gd name="connsiteY212" fmla="*/ 2048710 h 2323145"/>
              <a:gd name="connsiteX213" fmla="*/ 2270719 w 11269336"/>
              <a:gd name="connsiteY213" fmla="*/ 2052702 h 2323145"/>
              <a:gd name="connsiteX214" fmla="*/ 2253080 w 11269336"/>
              <a:gd name="connsiteY214" fmla="*/ 2056363 h 2323145"/>
              <a:gd name="connsiteX215" fmla="*/ 2250906 w 11269336"/>
              <a:gd name="connsiteY215" fmla="*/ 2055654 h 2323145"/>
              <a:gd name="connsiteX216" fmla="*/ 2236905 w 11269336"/>
              <a:gd name="connsiteY216" fmla="*/ 2062882 h 2323145"/>
              <a:gd name="connsiteX217" fmla="*/ 2225830 w 11269336"/>
              <a:gd name="connsiteY217" fmla="*/ 2074027 h 2323145"/>
              <a:gd name="connsiteX218" fmla="*/ 2073776 w 11269336"/>
              <a:gd name="connsiteY218" fmla="*/ 2089244 h 2323145"/>
              <a:gd name="connsiteX219" fmla="*/ 1948256 w 11269336"/>
              <a:gd name="connsiteY219" fmla="*/ 2146616 h 2323145"/>
              <a:gd name="connsiteX220" fmla="*/ 1865582 w 11269336"/>
              <a:gd name="connsiteY220" fmla="*/ 2153738 h 2323145"/>
              <a:gd name="connsiteX221" fmla="*/ 1835210 w 11269336"/>
              <a:gd name="connsiteY221" fmla="*/ 2134244 h 2323145"/>
              <a:gd name="connsiteX222" fmla="*/ 1632661 w 11269336"/>
              <a:gd name="connsiteY222" fmla="*/ 2173882 h 2323145"/>
              <a:gd name="connsiteX223" fmla="*/ 1579590 w 11269336"/>
              <a:gd name="connsiteY223" fmla="*/ 2173680 h 2323145"/>
              <a:gd name="connsiteX224" fmla="*/ 1535601 w 11269336"/>
              <a:gd name="connsiteY224" fmla="*/ 2194590 h 2323145"/>
              <a:gd name="connsiteX225" fmla="*/ 1515594 w 11269336"/>
              <a:gd name="connsiteY225" fmla="*/ 2189622 h 2323145"/>
              <a:gd name="connsiteX226" fmla="*/ 1512113 w 11269336"/>
              <a:gd name="connsiteY226" fmla="*/ 2188534 h 2323145"/>
              <a:gd name="connsiteX227" fmla="*/ 1498838 w 11269336"/>
              <a:gd name="connsiteY227" fmla="*/ 2189213 h 2323145"/>
              <a:gd name="connsiteX228" fmla="*/ 1494279 w 11269336"/>
              <a:gd name="connsiteY228" fmla="*/ 2183112 h 2323145"/>
              <a:gd name="connsiteX229" fmla="*/ 1473714 w 11269336"/>
              <a:gd name="connsiteY229" fmla="*/ 2179625 h 2323145"/>
              <a:gd name="connsiteX230" fmla="*/ 1449503 w 11269336"/>
              <a:gd name="connsiteY230" fmla="*/ 2182633 h 2323145"/>
              <a:gd name="connsiteX231" fmla="*/ 1266687 w 11269336"/>
              <a:gd name="connsiteY231" fmla="*/ 2212688 h 2323145"/>
              <a:gd name="connsiteX232" fmla="*/ 1239614 w 11269336"/>
              <a:gd name="connsiteY232" fmla="*/ 2209727 h 2323145"/>
              <a:gd name="connsiteX233" fmla="*/ 1202436 w 11269336"/>
              <a:gd name="connsiteY233" fmla="*/ 2209817 h 2323145"/>
              <a:gd name="connsiteX234" fmla="*/ 1136097 w 11269336"/>
              <a:gd name="connsiteY234" fmla="*/ 2205112 h 2323145"/>
              <a:gd name="connsiteX235" fmla="*/ 988232 w 11269336"/>
              <a:gd name="connsiteY235" fmla="*/ 2235635 h 2323145"/>
              <a:gd name="connsiteX236" fmla="*/ 981959 w 11269336"/>
              <a:gd name="connsiteY236" fmla="*/ 2231607 h 2323145"/>
              <a:gd name="connsiteX237" fmla="*/ 938600 w 11269336"/>
              <a:gd name="connsiteY237" fmla="*/ 2238113 h 2323145"/>
              <a:gd name="connsiteX238" fmla="*/ 791788 w 11269336"/>
              <a:gd name="connsiteY238" fmla="*/ 2293224 h 2323145"/>
              <a:gd name="connsiteX239" fmla="*/ 706914 w 11269336"/>
              <a:gd name="connsiteY239" fmla="*/ 2305046 h 2323145"/>
              <a:gd name="connsiteX240" fmla="*/ 675971 w 11269336"/>
              <a:gd name="connsiteY240" fmla="*/ 2304030 h 2323145"/>
              <a:gd name="connsiteX241" fmla="*/ 624180 w 11269336"/>
              <a:gd name="connsiteY241" fmla="*/ 2302650 h 2323145"/>
              <a:gd name="connsiteX242" fmla="*/ 583453 w 11269336"/>
              <a:gd name="connsiteY242" fmla="*/ 2288788 h 2323145"/>
              <a:gd name="connsiteX243" fmla="*/ 540946 w 11269336"/>
              <a:gd name="connsiteY243" fmla="*/ 2292721 h 2323145"/>
              <a:gd name="connsiteX244" fmla="*/ 533680 w 11269336"/>
              <a:gd name="connsiteY244" fmla="*/ 2310233 h 2323145"/>
              <a:gd name="connsiteX245" fmla="*/ 487366 w 11269336"/>
              <a:gd name="connsiteY245" fmla="*/ 2309053 h 2323145"/>
              <a:gd name="connsiteX246" fmla="*/ 416820 w 11269336"/>
              <a:gd name="connsiteY246" fmla="*/ 2305443 h 2323145"/>
              <a:gd name="connsiteX247" fmla="*/ 376805 w 11269336"/>
              <a:gd name="connsiteY247" fmla="*/ 2307647 h 2323145"/>
              <a:gd name="connsiteX248" fmla="*/ 266777 w 11269336"/>
              <a:gd name="connsiteY248" fmla="*/ 2309012 h 2323145"/>
              <a:gd name="connsiteX249" fmla="*/ 156013 w 11269336"/>
              <a:gd name="connsiteY249" fmla="*/ 2306832 h 2323145"/>
              <a:gd name="connsiteX250" fmla="*/ 87258 w 11269336"/>
              <a:gd name="connsiteY250" fmla="*/ 2285511 h 2323145"/>
              <a:gd name="connsiteX251" fmla="*/ 23798 w 11269336"/>
              <a:gd name="connsiteY251" fmla="*/ 2281822 h 2323145"/>
              <a:gd name="connsiteX252" fmla="*/ 0 w 11269336"/>
              <a:gd name="connsiteY252" fmla="*/ 2285369 h 2323145"/>
              <a:gd name="connsiteX253" fmla="*/ 0 w 11269336"/>
              <a:gd name="connsiteY253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67257 w 11269336"/>
              <a:gd name="connsiteY141" fmla="*/ 2196121 h 2323145"/>
              <a:gd name="connsiteX142" fmla="*/ 4405765 w 11269336"/>
              <a:gd name="connsiteY142" fmla="*/ 2199902 h 2323145"/>
              <a:gd name="connsiteX143" fmla="*/ 4401354 w 11269336"/>
              <a:gd name="connsiteY143" fmla="*/ 2194745 h 2323145"/>
              <a:gd name="connsiteX144" fmla="*/ 4366646 w 11269336"/>
              <a:gd name="connsiteY144" fmla="*/ 2198564 h 2323145"/>
              <a:gd name="connsiteX145" fmla="*/ 4354009 w 11269336"/>
              <a:gd name="connsiteY145" fmla="*/ 2204984 h 2323145"/>
              <a:gd name="connsiteX146" fmla="*/ 4348284 w 11269336"/>
              <a:gd name="connsiteY146" fmla="*/ 2205270 h 2323145"/>
              <a:gd name="connsiteX147" fmla="*/ 4333906 w 11269336"/>
              <a:gd name="connsiteY147" fmla="*/ 2205251 h 2323145"/>
              <a:gd name="connsiteX148" fmla="*/ 4308819 w 11269336"/>
              <a:gd name="connsiteY148" fmla="*/ 2203822 h 2323145"/>
              <a:gd name="connsiteX149" fmla="*/ 4301210 w 11269336"/>
              <a:gd name="connsiteY149" fmla="*/ 2204456 h 2323145"/>
              <a:gd name="connsiteX150" fmla="*/ 4283095 w 11269336"/>
              <a:gd name="connsiteY150" fmla="*/ 2198177 h 2323145"/>
              <a:gd name="connsiteX151" fmla="*/ 4250119 w 11269336"/>
              <a:gd name="connsiteY151" fmla="*/ 2196342 h 2323145"/>
              <a:gd name="connsiteX152" fmla="*/ 4189203 w 11269336"/>
              <a:gd name="connsiteY152" fmla="*/ 2178994 h 2323145"/>
              <a:gd name="connsiteX153" fmla="*/ 4154035 w 11269336"/>
              <a:gd name="connsiteY153" fmla="*/ 2171950 h 2323145"/>
              <a:gd name="connsiteX154" fmla="*/ 4129569 w 11269336"/>
              <a:gd name="connsiteY154" fmla="*/ 2163850 h 2323145"/>
              <a:gd name="connsiteX155" fmla="*/ 4061250 w 11269336"/>
              <a:gd name="connsiteY155" fmla="*/ 2159236 h 2323145"/>
              <a:gd name="connsiteX156" fmla="*/ 3945480 w 11269336"/>
              <a:gd name="connsiteY156" fmla="*/ 2158279 h 2323145"/>
              <a:gd name="connsiteX157" fmla="*/ 3921468 w 11269336"/>
              <a:gd name="connsiteY157" fmla="*/ 2156588 h 2323145"/>
              <a:gd name="connsiteX158" fmla="*/ 3903348 w 11269336"/>
              <a:gd name="connsiteY158" fmla="*/ 2149220 h 2323145"/>
              <a:gd name="connsiteX159" fmla="*/ 3901342 w 11269336"/>
              <a:gd name="connsiteY159" fmla="*/ 2142355 h 2323145"/>
              <a:gd name="connsiteX160" fmla="*/ 3888539 w 11269336"/>
              <a:gd name="connsiteY160" fmla="*/ 2140476 h 2323145"/>
              <a:gd name="connsiteX161" fmla="*/ 3885662 w 11269336"/>
              <a:gd name="connsiteY161" fmla="*/ 2138740 h 2323145"/>
              <a:gd name="connsiteX162" fmla="*/ 3868627 w 11269336"/>
              <a:gd name="connsiteY162" fmla="*/ 2130023 h 2323145"/>
              <a:gd name="connsiteX163" fmla="*/ 3819177 w 11269336"/>
              <a:gd name="connsiteY163" fmla="*/ 2142111 h 2323145"/>
              <a:gd name="connsiteX164" fmla="*/ 3769100 w 11269336"/>
              <a:gd name="connsiteY164" fmla="*/ 2131731 h 2323145"/>
              <a:gd name="connsiteX165" fmla="*/ 3562752 w 11269336"/>
              <a:gd name="connsiteY165" fmla="*/ 2131785 h 2323145"/>
              <a:gd name="connsiteX166" fmla="*/ 3541402 w 11269336"/>
              <a:gd name="connsiteY166" fmla="*/ 2106821 h 2323145"/>
              <a:gd name="connsiteX167" fmla="*/ 3365341 w 11269336"/>
              <a:gd name="connsiteY167" fmla="*/ 2077638 h 2323145"/>
              <a:gd name="connsiteX168" fmla="*/ 3170922 w 11269336"/>
              <a:gd name="connsiteY168" fmla="*/ 2115957 h 2323145"/>
              <a:gd name="connsiteX169" fmla="*/ 3156256 w 11269336"/>
              <a:gd name="connsiteY169" fmla="*/ 2124773 h 2323145"/>
              <a:gd name="connsiteX170" fmla="*/ 3140298 w 11269336"/>
              <a:gd name="connsiteY170" fmla="*/ 2129182 h 2323145"/>
              <a:gd name="connsiteX171" fmla="*/ 3138514 w 11269336"/>
              <a:gd name="connsiteY171" fmla="*/ 2128069 h 2323145"/>
              <a:gd name="connsiteX172" fmla="*/ 3120467 w 11269336"/>
              <a:gd name="connsiteY172" fmla="*/ 2128281 h 2323145"/>
              <a:gd name="connsiteX173" fmla="*/ 3116175 w 11269336"/>
              <a:gd name="connsiteY173" fmla="*/ 2131633 h 2323145"/>
              <a:gd name="connsiteX174" fmla="*/ 3103685 w 11269336"/>
              <a:gd name="connsiteY174" fmla="*/ 2132814 h 2323145"/>
              <a:gd name="connsiteX175" fmla="*/ 3078794 w 11269336"/>
              <a:gd name="connsiteY175" fmla="*/ 2137935 h 2323145"/>
              <a:gd name="connsiteX176" fmla="*/ 3074407 w 11269336"/>
              <a:gd name="connsiteY176" fmla="*/ 2136274 h 2323145"/>
              <a:gd name="connsiteX177" fmla="*/ 3037285 w 11269336"/>
              <a:gd name="connsiteY177" fmla="*/ 2139919 h 2323145"/>
              <a:gd name="connsiteX178" fmla="*/ 3036901 w 11269336"/>
              <a:gd name="connsiteY178" fmla="*/ 2138726 h 2323145"/>
              <a:gd name="connsiteX179" fmla="*/ 3026996 w 11269336"/>
              <a:gd name="connsiteY179" fmla="*/ 2134322 h 2323145"/>
              <a:gd name="connsiteX180" fmla="*/ 3007772 w 11269336"/>
              <a:gd name="connsiteY180" fmla="*/ 2128742 h 2323145"/>
              <a:gd name="connsiteX181" fmla="*/ 2965030 w 11269336"/>
              <a:gd name="connsiteY181" fmla="*/ 2100494 h 2323145"/>
              <a:gd name="connsiteX182" fmla="*/ 2926342 w 11269336"/>
              <a:gd name="connsiteY182" fmla="*/ 2104155 h 2323145"/>
              <a:gd name="connsiteX183" fmla="*/ 2918608 w 11269336"/>
              <a:gd name="connsiteY183" fmla="*/ 2104215 h 2323145"/>
              <a:gd name="connsiteX184" fmla="*/ 2918475 w 11269336"/>
              <a:gd name="connsiteY184" fmla="*/ 2103937 h 2323145"/>
              <a:gd name="connsiteX185" fmla="*/ 2910360 w 11269336"/>
              <a:gd name="connsiteY185" fmla="*/ 2103444 h 2323145"/>
              <a:gd name="connsiteX186" fmla="*/ 2904507 w 11269336"/>
              <a:gd name="connsiteY186" fmla="*/ 2104326 h 2323145"/>
              <a:gd name="connsiteX187" fmla="*/ 2889503 w 11269336"/>
              <a:gd name="connsiteY187" fmla="*/ 2104443 h 2323145"/>
              <a:gd name="connsiteX188" fmla="*/ 2884480 w 11269336"/>
              <a:gd name="connsiteY188" fmla="*/ 2102626 h 2323145"/>
              <a:gd name="connsiteX189" fmla="*/ 2882689 w 11269336"/>
              <a:gd name="connsiteY189" fmla="*/ 2099228 h 2323145"/>
              <a:gd name="connsiteX190" fmla="*/ 2881291 w 11269336"/>
              <a:gd name="connsiteY190" fmla="*/ 2099618 h 2323145"/>
              <a:gd name="connsiteX191" fmla="*/ 2853979 w 11269336"/>
              <a:gd name="connsiteY191" fmla="*/ 2090388 h 2323145"/>
              <a:gd name="connsiteX192" fmla="*/ 2791790 w 11269336"/>
              <a:gd name="connsiteY192" fmla="*/ 2080332 h 2323145"/>
              <a:gd name="connsiteX193" fmla="*/ 2755844 w 11269336"/>
              <a:gd name="connsiteY193" fmla="*/ 2078874 h 2323145"/>
              <a:gd name="connsiteX194" fmla="*/ 2657742 w 11269336"/>
              <a:gd name="connsiteY194" fmla="*/ 2070179 h 2323145"/>
              <a:gd name="connsiteX195" fmla="*/ 2559549 w 11269336"/>
              <a:gd name="connsiteY195" fmla="*/ 2057873 h 2323145"/>
              <a:gd name="connsiteX196" fmla="*/ 2512054 w 11269336"/>
              <a:gd name="connsiteY196" fmla="*/ 2031671 h 2323145"/>
              <a:gd name="connsiteX197" fmla="*/ 2506437 w 11269336"/>
              <a:gd name="connsiteY197" fmla="*/ 2030918 h 2323145"/>
              <a:gd name="connsiteX198" fmla="*/ 2491752 w 11269336"/>
              <a:gd name="connsiteY198" fmla="*/ 2033906 h 2323145"/>
              <a:gd name="connsiteX199" fmla="*/ 2486338 w 11269336"/>
              <a:gd name="connsiteY199" fmla="*/ 2035862 h 2323145"/>
              <a:gd name="connsiteX200" fmla="*/ 2478186 w 11269336"/>
              <a:gd name="connsiteY200" fmla="*/ 2036953 h 2323145"/>
              <a:gd name="connsiteX201" fmla="*/ 2477950 w 11269336"/>
              <a:gd name="connsiteY201" fmla="*/ 2036715 h 2323145"/>
              <a:gd name="connsiteX202" fmla="*/ 2470381 w 11269336"/>
              <a:gd name="connsiteY202" fmla="*/ 2038256 h 2323145"/>
              <a:gd name="connsiteX203" fmla="*/ 2433781 w 11269336"/>
              <a:gd name="connsiteY203" fmla="*/ 2049140 h 2323145"/>
              <a:gd name="connsiteX204" fmla="*/ 2381172 w 11269336"/>
              <a:gd name="connsiteY204" fmla="*/ 2030645 h 2323145"/>
              <a:gd name="connsiteX205" fmla="*/ 2360198 w 11269336"/>
              <a:gd name="connsiteY205" fmla="*/ 2029059 h 2323145"/>
              <a:gd name="connsiteX206" fmla="*/ 2348815 w 11269336"/>
              <a:gd name="connsiteY206" fmla="*/ 2026798 h 2323145"/>
              <a:gd name="connsiteX207" fmla="*/ 2347988 w 11269336"/>
              <a:gd name="connsiteY207" fmla="*/ 2025745 h 2323145"/>
              <a:gd name="connsiteX208" fmla="*/ 2312920 w 11269336"/>
              <a:gd name="connsiteY208" fmla="*/ 2036311 h 2323145"/>
              <a:gd name="connsiteX209" fmla="*/ 2307986 w 11269336"/>
              <a:gd name="connsiteY209" fmla="*/ 2035583 h 2323145"/>
              <a:gd name="connsiteX210" fmla="*/ 2285481 w 11269336"/>
              <a:gd name="connsiteY210" fmla="*/ 2045197 h 2323145"/>
              <a:gd name="connsiteX211" fmla="*/ 2273666 w 11269336"/>
              <a:gd name="connsiteY211" fmla="*/ 2048710 h 2323145"/>
              <a:gd name="connsiteX212" fmla="*/ 2270719 w 11269336"/>
              <a:gd name="connsiteY212" fmla="*/ 2052702 h 2323145"/>
              <a:gd name="connsiteX213" fmla="*/ 2253080 w 11269336"/>
              <a:gd name="connsiteY213" fmla="*/ 2056363 h 2323145"/>
              <a:gd name="connsiteX214" fmla="*/ 2250906 w 11269336"/>
              <a:gd name="connsiteY214" fmla="*/ 2055654 h 2323145"/>
              <a:gd name="connsiteX215" fmla="*/ 2236905 w 11269336"/>
              <a:gd name="connsiteY215" fmla="*/ 2062882 h 2323145"/>
              <a:gd name="connsiteX216" fmla="*/ 2225830 w 11269336"/>
              <a:gd name="connsiteY216" fmla="*/ 2074027 h 2323145"/>
              <a:gd name="connsiteX217" fmla="*/ 2073776 w 11269336"/>
              <a:gd name="connsiteY217" fmla="*/ 2089244 h 2323145"/>
              <a:gd name="connsiteX218" fmla="*/ 1948256 w 11269336"/>
              <a:gd name="connsiteY218" fmla="*/ 2146616 h 2323145"/>
              <a:gd name="connsiteX219" fmla="*/ 1865582 w 11269336"/>
              <a:gd name="connsiteY219" fmla="*/ 2153738 h 2323145"/>
              <a:gd name="connsiteX220" fmla="*/ 1835210 w 11269336"/>
              <a:gd name="connsiteY220" fmla="*/ 2134244 h 2323145"/>
              <a:gd name="connsiteX221" fmla="*/ 1632661 w 11269336"/>
              <a:gd name="connsiteY221" fmla="*/ 2173882 h 2323145"/>
              <a:gd name="connsiteX222" fmla="*/ 1579590 w 11269336"/>
              <a:gd name="connsiteY222" fmla="*/ 2173680 h 2323145"/>
              <a:gd name="connsiteX223" fmla="*/ 1535601 w 11269336"/>
              <a:gd name="connsiteY223" fmla="*/ 2194590 h 2323145"/>
              <a:gd name="connsiteX224" fmla="*/ 1515594 w 11269336"/>
              <a:gd name="connsiteY224" fmla="*/ 2189622 h 2323145"/>
              <a:gd name="connsiteX225" fmla="*/ 1512113 w 11269336"/>
              <a:gd name="connsiteY225" fmla="*/ 2188534 h 2323145"/>
              <a:gd name="connsiteX226" fmla="*/ 1498838 w 11269336"/>
              <a:gd name="connsiteY226" fmla="*/ 2189213 h 2323145"/>
              <a:gd name="connsiteX227" fmla="*/ 1494279 w 11269336"/>
              <a:gd name="connsiteY227" fmla="*/ 2183112 h 2323145"/>
              <a:gd name="connsiteX228" fmla="*/ 1473714 w 11269336"/>
              <a:gd name="connsiteY228" fmla="*/ 2179625 h 2323145"/>
              <a:gd name="connsiteX229" fmla="*/ 1449503 w 11269336"/>
              <a:gd name="connsiteY229" fmla="*/ 2182633 h 2323145"/>
              <a:gd name="connsiteX230" fmla="*/ 1266687 w 11269336"/>
              <a:gd name="connsiteY230" fmla="*/ 2212688 h 2323145"/>
              <a:gd name="connsiteX231" fmla="*/ 1239614 w 11269336"/>
              <a:gd name="connsiteY231" fmla="*/ 2209727 h 2323145"/>
              <a:gd name="connsiteX232" fmla="*/ 1202436 w 11269336"/>
              <a:gd name="connsiteY232" fmla="*/ 2209817 h 2323145"/>
              <a:gd name="connsiteX233" fmla="*/ 1136097 w 11269336"/>
              <a:gd name="connsiteY233" fmla="*/ 2205112 h 2323145"/>
              <a:gd name="connsiteX234" fmla="*/ 988232 w 11269336"/>
              <a:gd name="connsiteY234" fmla="*/ 2235635 h 2323145"/>
              <a:gd name="connsiteX235" fmla="*/ 981959 w 11269336"/>
              <a:gd name="connsiteY235" fmla="*/ 2231607 h 2323145"/>
              <a:gd name="connsiteX236" fmla="*/ 938600 w 11269336"/>
              <a:gd name="connsiteY236" fmla="*/ 2238113 h 2323145"/>
              <a:gd name="connsiteX237" fmla="*/ 791788 w 11269336"/>
              <a:gd name="connsiteY237" fmla="*/ 2293224 h 2323145"/>
              <a:gd name="connsiteX238" fmla="*/ 706914 w 11269336"/>
              <a:gd name="connsiteY238" fmla="*/ 2305046 h 2323145"/>
              <a:gd name="connsiteX239" fmla="*/ 675971 w 11269336"/>
              <a:gd name="connsiteY239" fmla="*/ 2304030 h 2323145"/>
              <a:gd name="connsiteX240" fmla="*/ 624180 w 11269336"/>
              <a:gd name="connsiteY240" fmla="*/ 2302650 h 2323145"/>
              <a:gd name="connsiteX241" fmla="*/ 583453 w 11269336"/>
              <a:gd name="connsiteY241" fmla="*/ 2288788 h 2323145"/>
              <a:gd name="connsiteX242" fmla="*/ 540946 w 11269336"/>
              <a:gd name="connsiteY242" fmla="*/ 2292721 h 2323145"/>
              <a:gd name="connsiteX243" fmla="*/ 533680 w 11269336"/>
              <a:gd name="connsiteY243" fmla="*/ 2310233 h 2323145"/>
              <a:gd name="connsiteX244" fmla="*/ 487366 w 11269336"/>
              <a:gd name="connsiteY244" fmla="*/ 2309053 h 2323145"/>
              <a:gd name="connsiteX245" fmla="*/ 416820 w 11269336"/>
              <a:gd name="connsiteY245" fmla="*/ 2305443 h 2323145"/>
              <a:gd name="connsiteX246" fmla="*/ 376805 w 11269336"/>
              <a:gd name="connsiteY246" fmla="*/ 2307647 h 2323145"/>
              <a:gd name="connsiteX247" fmla="*/ 266777 w 11269336"/>
              <a:gd name="connsiteY247" fmla="*/ 2309012 h 2323145"/>
              <a:gd name="connsiteX248" fmla="*/ 156013 w 11269336"/>
              <a:gd name="connsiteY248" fmla="*/ 2306832 h 2323145"/>
              <a:gd name="connsiteX249" fmla="*/ 87258 w 11269336"/>
              <a:gd name="connsiteY249" fmla="*/ 2285511 h 2323145"/>
              <a:gd name="connsiteX250" fmla="*/ 23798 w 11269336"/>
              <a:gd name="connsiteY250" fmla="*/ 2281822 h 2323145"/>
              <a:gd name="connsiteX251" fmla="*/ 0 w 11269336"/>
              <a:gd name="connsiteY251" fmla="*/ 2285369 h 2323145"/>
              <a:gd name="connsiteX252" fmla="*/ 0 w 11269336"/>
              <a:gd name="connsiteY252" fmla="*/ 0 h 2323145"/>
              <a:gd name="connsiteX0" fmla="*/ 0 w 11269336"/>
              <a:gd name="connsiteY0" fmla="*/ 0 h 2323145"/>
              <a:gd name="connsiteX1" fmla="*/ 11269336 w 11269336"/>
              <a:gd name="connsiteY1" fmla="*/ 0 h 2323145"/>
              <a:gd name="connsiteX2" fmla="*/ 11268645 w 11269336"/>
              <a:gd name="connsiteY2" fmla="*/ 511 h 2323145"/>
              <a:gd name="connsiteX3" fmla="*/ 11230739 w 11269336"/>
              <a:gd name="connsiteY3" fmla="*/ 37096 h 2323145"/>
              <a:gd name="connsiteX4" fmla="*/ 11082485 w 11269336"/>
              <a:gd name="connsiteY4" fmla="*/ 78590 h 2323145"/>
              <a:gd name="connsiteX5" fmla="*/ 11031776 w 11269336"/>
              <a:gd name="connsiteY5" fmla="*/ 79197 h 2323145"/>
              <a:gd name="connsiteX6" fmla="*/ 10995894 w 11269336"/>
              <a:gd name="connsiteY6" fmla="*/ 83459 h 2323145"/>
              <a:gd name="connsiteX7" fmla="*/ 10861177 w 11269336"/>
              <a:gd name="connsiteY7" fmla="*/ 147419 h 2323145"/>
              <a:gd name="connsiteX8" fmla="*/ 10782732 w 11269336"/>
              <a:gd name="connsiteY8" fmla="*/ 135645 h 2323145"/>
              <a:gd name="connsiteX9" fmla="*/ 10660773 w 11269336"/>
              <a:gd name="connsiteY9" fmla="*/ 179312 h 2323145"/>
              <a:gd name="connsiteX10" fmla="*/ 10564442 w 11269336"/>
              <a:gd name="connsiteY10" fmla="*/ 160738 h 2323145"/>
              <a:gd name="connsiteX11" fmla="*/ 10490200 w 11269336"/>
              <a:gd name="connsiteY11" fmla="*/ 183533 h 2323145"/>
              <a:gd name="connsiteX12" fmla="*/ 10271351 w 11269336"/>
              <a:gd name="connsiteY12" fmla="*/ 243104 h 2323145"/>
              <a:gd name="connsiteX13" fmla="*/ 10061033 w 11269336"/>
              <a:gd name="connsiteY13" fmla="*/ 364937 h 2323145"/>
              <a:gd name="connsiteX14" fmla="*/ 9921770 w 11269336"/>
              <a:gd name="connsiteY14" fmla="*/ 406154 h 2323145"/>
              <a:gd name="connsiteX15" fmla="*/ 9858388 w 11269336"/>
              <a:gd name="connsiteY15" fmla="*/ 439489 h 2323145"/>
              <a:gd name="connsiteX16" fmla="*/ 9811914 w 11269336"/>
              <a:gd name="connsiteY16" fmla="*/ 449865 h 2323145"/>
              <a:gd name="connsiteX17" fmla="*/ 9784394 w 11269336"/>
              <a:gd name="connsiteY17" fmla="*/ 457816 h 2323145"/>
              <a:gd name="connsiteX18" fmla="*/ 9656836 w 11269336"/>
              <a:gd name="connsiteY18" fmla="*/ 469967 h 2323145"/>
              <a:gd name="connsiteX19" fmla="*/ 9561575 w 11269336"/>
              <a:gd name="connsiteY19" fmla="*/ 559978 h 2323145"/>
              <a:gd name="connsiteX20" fmla="*/ 9162278 w 11269336"/>
              <a:gd name="connsiteY20" fmla="*/ 704724 h 2323145"/>
              <a:gd name="connsiteX21" fmla="*/ 9062863 w 11269336"/>
              <a:gd name="connsiteY21" fmla="*/ 754656 h 2323145"/>
              <a:gd name="connsiteX22" fmla="*/ 8914746 w 11269336"/>
              <a:gd name="connsiteY22" fmla="*/ 826428 h 2323145"/>
              <a:gd name="connsiteX23" fmla="*/ 8917778 w 11269336"/>
              <a:gd name="connsiteY23" fmla="*/ 835198 h 2323145"/>
              <a:gd name="connsiteX24" fmla="*/ 8905560 w 11269336"/>
              <a:gd name="connsiteY24" fmla="*/ 838358 h 2323145"/>
              <a:gd name="connsiteX25" fmla="*/ 8897564 w 11269336"/>
              <a:gd name="connsiteY25" fmla="*/ 834287 h 2323145"/>
              <a:gd name="connsiteX26" fmla="*/ 8878040 w 11269336"/>
              <a:gd name="connsiteY26" fmla="*/ 844150 h 2323145"/>
              <a:gd name="connsiteX27" fmla="*/ 8795998 w 11269336"/>
              <a:gd name="connsiteY27" fmla="*/ 863337 h 2323145"/>
              <a:gd name="connsiteX28" fmla="*/ 8776970 w 11269336"/>
              <a:gd name="connsiteY28" fmla="*/ 885177 h 2323145"/>
              <a:gd name="connsiteX29" fmla="*/ 8755719 w 11269336"/>
              <a:gd name="connsiteY29" fmla="*/ 889754 h 2323145"/>
              <a:gd name="connsiteX30" fmla="*/ 8743257 w 11269336"/>
              <a:gd name="connsiteY30" fmla="*/ 904723 h 2323145"/>
              <a:gd name="connsiteX31" fmla="*/ 8721366 w 11269336"/>
              <a:gd name="connsiteY31" fmla="*/ 904711 h 2323145"/>
              <a:gd name="connsiteX32" fmla="*/ 8678353 w 11269336"/>
              <a:gd name="connsiteY32" fmla="*/ 926318 h 2323145"/>
              <a:gd name="connsiteX33" fmla="*/ 8636849 w 11269336"/>
              <a:gd name="connsiteY33" fmla="*/ 937900 h 2323145"/>
              <a:gd name="connsiteX34" fmla="*/ 8620213 w 11269336"/>
              <a:gd name="connsiteY34" fmla="*/ 943068 h 2323145"/>
              <a:gd name="connsiteX35" fmla="*/ 8612581 w 11269336"/>
              <a:gd name="connsiteY35" fmla="*/ 952695 h 2323145"/>
              <a:gd name="connsiteX36" fmla="*/ 8589038 w 11269336"/>
              <a:gd name="connsiteY36" fmla="*/ 963892 h 2323145"/>
              <a:gd name="connsiteX37" fmla="*/ 8579950 w 11269336"/>
              <a:gd name="connsiteY37" fmla="*/ 960899 h 2323145"/>
              <a:gd name="connsiteX38" fmla="*/ 8579319 w 11269336"/>
              <a:gd name="connsiteY38" fmla="*/ 965630 h 2323145"/>
              <a:gd name="connsiteX39" fmla="*/ 8547429 w 11269336"/>
              <a:gd name="connsiteY39" fmla="*/ 984506 h 2323145"/>
              <a:gd name="connsiteX40" fmla="*/ 8478704 w 11269336"/>
              <a:gd name="connsiteY40" fmla="*/ 1025490 h 2323145"/>
              <a:gd name="connsiteX41" fmla="*/ 8461421 w 11269336"/>
              <a:gd name="connsiteY41" fmla="*/ 1035512 h 2323145"/>
              <a:gd name="connsiteX42" fmla="*/ 8445003 w 11269336"/>
              <a:gd name="connsiteY42" fmla="*/ 1036851 h 2323145"/>
              <a:gd name="connsiteX43" fmla="*/ 8357350 w 11269336"/>
              <a:gd name="connsiteY43" fmla="*/ 1060213 h 2323145"/>
              <a:gd name="connsiteX44" fmla="*/ 8335565 w 11269336"/>
              <a:gd name="connsiteY44" fmla="*/ 1061151 h 2323145"/>
              <a:gd name="connsiteX45" fmla="*/ 8325267 w 11269336"/>
              <a:gd name="connsiteY45" fmla="*/ 1055919 h 2323145"/>
              <a:gd name="connsiteX46" fmla="*/ 8293586 w 11269336"/>
              <a:gd name="connsiteY46" fmla="*/ 1076144 h 2323145"/>
              <a:gd name="connsiteX47" fmla="*/ 8242405 w 11269336"/>
              <a:gd name="connsiteY47" fmla="*/ 1095960 h 2323145"/>
              <a:gd name="connsiteX48" fmla="*/ 8197391 w 11269336"/>
              <a:gd name="connsiteY48" fmla="*/ 1107746 h 2323145"/>
              <a:gd name="connsiteX49" fmla="*/ 8081474 w 11269336"/>
              <a:gd name="connsiteY49" fmla="*/ 1130125 h 2323145"/>
              <a:gd name="connsiteX50" fmla="*/ 8053585 w 11269336"/>
              <a:gd name="connsiteY50" fmla="*/ 1129169 h 2323145"/>
              <a:gd name="connsiteX51" fmla="*/ 8038422 w 11269336"/>
              <a:gd name="connsiteY51" fmla="*/ 1119092 h 2323145"/>
              <a:gd name="connsiteX52" fmla="*/ 8029450 w 11269336"/>
              <a:gd name="connsiteY52" fmla="*/ 1125592 h 2323145"/>
              <a:gd name="connsiteX53" fmla="*/ 7959552 w 11269336"/>
              <a:gd name="connsiteY53" fmla="*/ 1140188 h 2323145"/>
              <a:gd name="connsiteX54" fmla="*/ 7914188 w 11269336"/>
              <a:gd name="connsiteY54" fmla="*/ 1150862 h 2323145"/>
              <a:gd name="connsiteX55" fmla="*/ 7914918 w 11269336"/>
              <a:gd name="connsiteY55" fmla="*/ 1168758 h 2323145"/>
              <a:gd name="connsiteX56" fmla="*/ 7875510 w 11269336"/>
              <a:gd name="connsiteY56" fmla="*/ 1183153 h 2323145"/>
              <a:gd name="connsiteX57" fmla="*/ 7829932 w 11269336"/>
              <a:gd name="connsiteY57" fmla="*/ 1180782 h 2323145"/>
              <a:gd name="connsiteX58" fmla="*/ 7779182 w 11269336"/>
              <a:gd name="connsiteY58" fmla="*/ 1192665 h 2323145"/>
              <a:gd name="connsiteX59" fmla="*/ 7748774 w 11269336"/>
              <a:gd name="connsiteY59" fmla="*/ 1199586 h 2323145"/>
              <a:gd name="connsiteX60" fmla="*/ 7671846 w 11269336"/>
              <a:gd name="connsiteY60" fmla="*/ 1231966 h 2323145"/>
              <a:gd name="connsiteX61" fmla="*/ 7554146 w 11269336"/>
              <a:gd name="connsiteY61" fmla="*/ 1319748 h 2323145"/>
              <a:gd name="connsiteX62" fmla="*/ 7515052 w 11269336"/>
              <a:gd name="connsiteY62" fmla="*/ 1336718 h 2323145"/>
              <a:gd name="connsiteX63" fmla="*/ 7507193 w 11269336"/>
              <a:gd name="connsiteY63" fmla="*/ 1334617 h 2323145"/>
              <a:gd name="connsiteX64" fmla="*/ 7461694 w 11269336"/>
              <a:gd name="connsiteY64" fmla="*/ 1375866 h 2323145"/>
              <a:gd name="connsiteX65" fmla="*/ 7377571 w 11269336"/>
              <a:gd name="connsiteY65" fmla="*/ 1400128 h 2323145"/>
              <a:gd name="connsiteX66" fmla="*/ 7311261 w 11269336"/>
              <a:gd name="connsiteY66" fmla="*/ 1412652 h 2323145"/>
              <a:gd name="connsiteX67" fmla="*/ 7275307 w 11269336"/>
              <a:gd name="connsiteY67" fmla="*/ 1422171 h 2323145"/>
              <a:gd name="connsiteX68" fmla="*/ 7247783 w 11269336"/>
              <a:gd name="connsiteY68" fmla="*/ 1426330 h 2323145"/>
              <a:gd name="connsiteX69" fmla="*/ 7185047 w 11269336"/>
              <a:gd name="connsiteY69" fmla="*/ 1451812 h 2323145"/>
              <a:gd name="connsiteX70" fmla="*/ 7084117 w 11269336"/>
              <a:gd name="connsiteY70" fmla="*/ 1500281 h 2323145"/>
              <a:gd name="connsiteX71" fmla="*/ 7062011 w 11269336"/>
              <a:gd name="connsiteY71" fmla="*/ 1509183 h 2323145"/>
              <a:gd name="connsiteX72" fmla="*/ 7040555 w 11269336"/>
              <a:gd name="connsiteY72" fmla="*/ 1511207 h 2323145"/>
              <a:gd name="connsiteX73" fmla="*/ 7033438 w 11269336"/>
              <a:gd name="connsiteY73" fmla="*/ 1506772 h 2323145"/>
              <a:gd name="connsiteX74" fmla="*/ 7020886 w 11269336"/>
              <a:gd name="connsiteY74" fmla="*/ 1510764 h 2323145"/>
              <a:gd name="connsiteX75" fmla="*/ 7017033 w 11269336"/>
              <a:gd name="connsiteY75" fmla="*/ 1510650 h 2323145"/>
              <a:gd name="connsiteX76" fmla="*/ 6995460 w 11269336"/>
              <a:gd name="connsiteY76" fmla="*/ 1511173 h 2323145"/>
              <a:gd name="connsiteX77" fmla="*/ 6962144 w 11269336"/>
              <a:gd name="connsiteY77" fmla="*/ 1541508 h 2323145"/>
              <a:gd name="connsiteX78" fmla="*/ 6910674 w 11269336"/>
              <a:gd name="connsiteY78" fmla="*/ 1554793 h 2323145"/>
              <a:gd name="connsiteX79" fmla="*/ 6732152 w 11269336"/>
              <a:gd name="connsiteY79" fmla="*/ 1642538 h 2323145"/>
              <a:gd name="connsiteX80" fmla="*/ 6694106 w 11269336"/>
              <a:gd name="connsiteY80" fmla="*/ 1632377 h 2323145"/>
              <a:gd name="connsiteX81" fmla="*/ 6617223 w 11269336"/>
              <a:gd name="connsiteY81" fmla="*/ 1659889 h 2323145"/>
              <a:gd name="connsiteX82" fmla="*/ 6521138 w 11269336"/>
              <a:gd name="connsiteY82" fmla="*/ 1744340 h 2323145"/>
              <a:gd name="connsiteX83" fmla="*/ 6380677 w 11269336"/>
              <a:gd name="connsiteY83" fmla="*/ 1796883 h 2323145"/>
              <a:gd name="connsiteX84" fmla="*/ 6374897 w 11269336"/>
              <a:gd name="connsiteY84" fmla="*/ 1809910 h 2323145"/>
              <a:gd name="connsiteX85" fmla="*/ 6364545 w 11269336"/>
              <a:gd name="connsiteY85" fmla="*/ 1820090 h 2323145"/>
              <a:gd name="connsiteX86" fmla="*/ 6362126 w 11269336"/>
              <a:gd name="connsiteY86" fmla="*/ 1819991 h 2323145"/>
              <a:gd name="connsiteX87" fmla="*/ 6346673 w 11269336"/>
              <a:gd name="connsiteY87" fmla="*/ 1827824 h 2323145"/>
              <a:gd name="connsiteX88" fmla="*/ 6345588 w 11269336"/>
              <a:gd name="connsiteY88" fmla="*/ 1832232 h 2323145"/>
              <a:gd name="connsiteX89" fmla="*/ 6335708 w 11269336"/>
              <a:gd name="connsiteY89" fmla="*/ 1838451 h 2323145"/>
              <a:gd name="connsiteX90" fmla="*/ 6318182 w 11269336"/>
              <a:gd name="connsiteY90" fmla="*/ 1852975 h 2323145"/>
              <a:gd name="connsiteX91" fmla="*/ 6313084 w 11269336"/>
              <a:gd name="connsiteY91" fmla="*/ 1853561 h 2323145"/>
              <a:gd name="connsiteX92" fmla="*/ 6283816 w 11269336"/>
              <a:gd name="connsiteY92" fmla="*/ 1872148 h 2323145"/>
              <a:gd name="connsiteX93" fmla="*/ 6282550 w 11269336"/>
              <a:gd name="connsiteY93" fmla="*/ 1871392 h 2323145"/>
              <a:gd name="connsiteX94" fmla="*/ 6270527 w 11269336"/>
              <a:gd name="connsiteY94" fmla="*/ 1872208 h 2323145"/>
              <a:gd name="connsiteX95" fmla="*/ 6249518 w 11269336"/>
              <a:gd name="connsiteY95" fmla="*/ 1876079 h 2323145"/>
              <a:gd name="connsiteX96" fmla="*/ 6190386 w 11269336"/>
              <a:gd name="connsiteY96" fmla="*/ 1872478 h 2323145"/>
              <a:gd name="connsiteX97" fmla="*/ 6159777 w 11269336"/>
              <a:gd name="connsiteY97" fmla="*/ 1891745 h 2323145"/>
              <a:gd name="connsiteX98" fmla="*/ 6153131 w 11269336"/>
              <a:gd name="connsiteY98" fmla="*/ 1895079 h 2323145"/>
              <a:gd name="connsiteX99" fmla="*/ 6152798 w 11269336"/>
              <a:gd name="connsiteY99" fmla="*/ 1894920 h 2323145"/>
              <a:gd name="connsiteX100" fmla="*/ 6145388 w 11269336"/>
              <a:gd name="connsiteY100" fmla="*/ 1897990 h 2323145"/>
              <a:gd name="connsiteX101" fmla="*/ 6141014 w 11269336"/>
              <a:gd name="connsiteY101" fmla="*/ 1901155 h 2323145"/>
              <a:gd name="connsiteX102" fmla="*/ 6128122 w 11269336"/>
              <a:gd name="connsiteY102" fmla="*/ 1907623 h 2323145"/>
              <a:gd name="connsiteX103" fmla="*/ 6122351 w 11269336"/>
              <a:gd name="connsiteY103" fmla="*/ 1908359 h 2323145"/>
              <a:gd name="connsiteX104" fmla="*/ 6064750 w 11269336"/>
              <a:gd name="connsiteY104" fmla="*/ 1896394 h 2323145"/>
              <a:gd name="connsiteX105" fmla="*/ 5964230 w 11269336"/>
              <a:gd name="connsiteY105" fmla="*/ 1910038 h 2323145"/>
              <a:gd name="connsiteX106" fmla="*/ 5865399 w 11269336"/>
              <a:gd name="connsiteY106" fmla="*/ 1926966 h 2323145"/>
              <a:gd name="connsiteX107" fmla="*/ 5829951 w 11269336"/>
              <a:gd name="connsiteY107" fmla="*/ 1934755 h 2323145"/>
              <a:gd name="connsiteX108" fmla="*/ 5765285 w 11269336"/>
              <a:gd name="connsiteY108" fmla="*/ 1941322 h 2323145"/>
              <a:gd name="connsiteX109" fmla="*/ 5734750 w 11269336"/>
              <a:gd name="connsiteY109" fmla="*/ 1939793 h 2323145"/>
              <a:gd name="connsiteX110" fmla="*/ 5733569 w 11269336"/>
              <a:gd name="connsiteY110" fmla="*/ 1940505 h 2323145"/>
              <a:gd name="connsiteX111" fmla="*/ 5730329 w 11269336"/>
              <a:gd name="connsiteY111" fmla="*/ 1937845 h 2323145"/>
              <a:gd name="connsiteX112" fmla="*/ 5724661 w 11269336"/>
              <a:gd name="connsiteY112" fmla="*/ 1937455 h 2323145"/>
              <a:gd name="connsiteX113" fmla="*/ 5710186 w 11269336"/>
              <a:gd name="connsiteY113" fmla="*/ 1941370 h 2323145"/>
              <a:gd name="connsiteX114" fmla="*/ 5704910 w 11269336"/>
              <a:gd name="connsiteY114" fmla="*/ 1943663 h 2323145"/>
              <a:gd name="connsiteX115" fmla="*/ 5696836 w 11269336"/>
              <a:gd name="connsiteY115" fmla="*/ 1945271 h 2323145"/>
              <a:gd name="connsiteX116" fmla="*/ 5696583 w 11269336"/>
              <a:gd name="connsiteY116" fmla="*/ 1945050 h 2323145"/>
              <a:gd name="connsiteX117" fmla="*/ 5689123 w 11269336"/>
              <a:gd name="connsiteY117" fmla="*/ 1947067 h 2323145"/>
              <a:gd name="connsiteX118" fmla="*/ 5653291 w 11269336"/>
              <a:gd name="connsiteY118" fmla="*/ 1960245 h 2323145"/>
              <a:gd name="connsiteX119" fmla="*/ 5599385 w 11269336"/>
              <a:gd name="connsiteY119" fmla="*/ 1945198 h 2323145"/>
              <a:gd name="connsiteX120" fmla="*/ 5578300 w 11269336"/>
              <a:gd name="connsiteY120" fmla="*/ 1944963 h 2323145"/>
              <a:gd name="connsiteX121" fmla="*/ 5566758 w 11269336"/>
              <a:gd name="connsiteY121" fmla="*/ 1943441 h 2323145"/>
              <a:gd name="connsiteX122" fmla="*/ 5565857 w 11269336"/>
              <a:gd name="connsiteY122" fmla="*/ 1942445 h 2323145"/>
              <a:gd name="connsiteX123" fmla="*/ 5531534 w 11269336"/>
              <a:gd name="connsiteY123" fmla="*/ 1955208 h 2323145"/>
              <a:gd name="connsiteX124" fmla="*/ 5526552 w 11269336"/>
              <a:gd name="connsiteY124" fmla="*/ 1954799 h 2323145"/>
              <a:gd name="connsiteX125" fmla="*/ 5504723 w 11269336"/>
              <a:gd name="connsiteY125" fmla="*/ 1965811 h 2323145"/>
              <a:gd name="connsiteX126" fmla="*/ 5493156 w 11269336"/>
              <a:gd name="connsiteY126" fmla="*/ 1970063 h 2323145"/>
              <a:gd name="connsiteX127" fmla="*/ 5490486 w 11269336"/>
              <a:gd name="connsiteY127" fmla="*/ 1974227 h 2323145"/>
              <a:gd name="connsiteX128" fmla="*/ 5473107 w 11269336"/>
              <a:gd name="connsiteY128" fmla="*/ 1979001 h 2323145"/>
              <a:gd name="connsiteX129" fmla="*/ 5470885 w 11269336"/>
              <a:gd name="connsiteY129" fmla="*/ 1978432 h 2323145"/>
              <a:gd name="connsiteX130" fmla="*/ 5457393 w 11269336"/>
              <a:gd name="connsiteY130" fmla="*/ 1986525 h 2323145"/>
              <a:gd name="connsiteX131" fmla="*/ 5447102 w 11269336"/>
              <a:gd name="connsiteY131" fmla="*/ 1998329 h 2323145"/>
              <a:gd name="connsiteX132" fmla="*/ 5159151 w 11269336"/>
              <a:gd name="connsiteY132" fmla="*/ 2029640 h 2323145"/>
              <a:gd name="connsiteX133" fmla="*/ 5098838 w 11269336"/>
              <a:gd name="connsiteY133" fmla="*/ 2062961 h 2323145"/>
              <a:gd name="connsiteX134" fmla="*/ 4860988 w 11269336"/>
              <a:gd name="connsiteY134" fmla="*/ 2135698 h 2323145"/>
              <a:gd name="connsiteX135" fmla="*/ 4765388 w 11269336"/>
              <a:gd name="connsiteY135" fmla="*/ 2162525 h 2323145"/>
              <a:gd name="connsiteX136" fmla="*/ 4745033 w 11269336"/>
              <a:gd name="connsiteY136" fmla="*/ 2158859 h 2323145"/>
              <a:gd name="connsiteX137" fmla="*/ 4741475 w 11269336"/>
              <a:gd name="connsiteY137" fmla="*/ 2157998 h 2323145"/>
              <a:gd name="connsiteX138" fmla="*/ 4728247 w 11269336"/>
              <a:gd name="connsiteY138" fmla="*/ 2159526 h 2323145"/>
              <a:gd name="connsiteX139" fmla="*/ 4723263 w 11269336"/>
              <a:gd name="connsiteY139" fmla="*/ 2153742 h 2323145"/>
              <a:gd name="connsiteX140" fmla="*/ 4593061 w 11269336"/>
              <a:gd name="connsiteY140" fmla="*/ 2171597 h 2323145"/>
              <a:gd name="connsiteX141" fmla="*/ 4405765 w 11269336"/>
              <a:gd name="connsiteY141" fmla="*/ 2199902 h 2323145"/>
              <a:gd name="connsiteX142" fmla="*/ 4401354 w 11269336"/>
              <a:gd name="connsiteY142" fmla="*/ 2194745 h 2323145"/>
              <a:gd name="connsiteX143" fmla="*/ 4366646 w 11269336"/>
              <a:gd name="connsiteY143" fmla="*/ 2198564 h 2323145"/>
              <a:gd name="connsiteX144" fmla="*/ 4354009 w 11269336"/>
              <a:gd name="connsiteY144" fmla="*/ 2204984 h 2323145"/>
              <a:gd name="connsiteX145" fmla="*/ 4348284 w 11269336"/>
              <a:gd name="connsiteY145" fmla="*/ 2205270 h 2323145"/>
              <a:gd name="connsiteX146" fmla="*/ 4333906 w 11269336"/>
              <a:gd name="connsiteY146" fmla="*/ 2205251 h 2323145"/>
              <a:gd name="connsiteX147" fmla="*/ 4308819 w 11269336"/>
              <a:gd name="connsiteY147" fmla="*/ 2203822 h 2323145"/>
              <a:gd name="connsiteX148" fmla="*/ 4301210 w 11269336"/>
              <a:gd name="connsiteY148" fmla="*/ 2204456 h 2323145"/>
              <a:gd name="connsiteX149" fmla="*/ 4283095 w 11269336"/>
              <a:gd name="connsiteY149" fmla="*/ 2198177 h 2323145"/>
              <a:gd name="connsiteX150" fmla="*/ 4250119 w 11269336"/>
              <a:gd name="connsiteY150" fmla="*/ 2196342 h 2323145"/>
              <a:gd name="connsiteX151" fmla="*/ 4189203 w 11269336"/>
              <a:gd name="connsiteY151" fmla="*/ 2178994 h 2323145"/>
              <a:gd name="connsiteX152" fmla="*/ 4154035 w 11269336"/>
              <a:gd name="connsiteY152" fmla="*/ 2171950 h 2323145"/>
              <a:gd name="connsiteX153" fmla="*/ 4129569 w 11269336"/>
              <a:gd name="connsiteY153" fmla="*/ 2163850 h 2323145"/>
              <a:gd name="connsiteX154" fmla="*/ 4061250 w 11269336"/>
              <a:gd name="connsiteY154" fmla="*/ 2159236 h 2323145"/>
              <a:gd name="connsiteX155" fmla="*/ 3945480 w 11269336"/>
              <a:gd name="connsiteY155" fmla="*/ 2158279 h 2323145"/>
              <a:gd name="connsiteX156" fmla="*/ 3921468 w 11269336"/>
              <a:gd name="connsiteY156" fmla="*/ 2156588 h 2323145"/>
              <a:gd name="connsiteX157" fmla="*/ 3903348 w 11269336"/>
              <a:gd name="connsiteY157" fmla="*/ 2149220 h 2323145"/>
              <a:gd name="connsiteX158" fmla="*/ 3901342 w 11269336"/>
              <a:gd name="connsiteY158" fmla="*/ 2142355 h 2323145"/>
              <a:gd name="connsiteX159" fmla="*/ 3888539 w 11269336"/>
              <a:gd name="connsiteY159" fmla="*/ 2140476 h 2323145"/>
              <a:gd name="connsiteX160" fmla="*/ 3885662 w 11269336"/>
              <a:gd name="connsiteY160" fmla="*/ 2138740 h 2323145"/>
              <a:gd name="connsiteX161" fmla="*/ 3868627 w 11269336"/>
              <a:gd name="connsiteY161" fmla="*/ 2130023 h 2323145"/>
              <a:gd name="connsiteX162" fmla="*/ 3819177 w 11269336"/>
              <a:gd name="connsiteY162" fmla="*/ 2142111 h 2323145"/>
              <a:gd name="connsiteX163" fmla="*/ 3769100 w 11269336"/>
              <a:gd name="connsiteY163" fmla="*/ 2131731 h 2323145"/>
              <a:gd name="connsiteX164" fmla="*/ 3562752 w 11269336"/>
              <a:gd name="connsiteY164" fmla="*/ 2131785 h 2323145"/>
              <a:gd name="connsiteX165" fmla="*/ 3541402 w 11269336"/>
              <a:gd name="connsiteY165" fmla="*/ 2106821 h 2323145"/>
              <a:gd name="connsiteX166" fmla="*/ 3365341 w 11269336"/>
              <a:gd name="connsiteY166" fmla="*/ 2077638 h 2323145"/>
              <a:gd name="connsiteX167" fmla="*/ 3170922 w 11269336"/>
              <a:gd name="connsiteY167" fmla="*/ 2115957 h 2323145"/>
              <a:gd name="connsiteX168" fmla="*/ 3156256 w 11269336"/>
              <a:gd name="connsiteY168" fmla="*/ 2124773 h 2323145"/>
              <a:gd name="connsiteX169" fmla="*/ 3140298 w 11269336"/>
              <a:gd name="connsiteY169" fmla="*/ 2129182 h 2323145"/>
              <a:gd name="connsiteX170" fmla="*/ 3138514 w 11269336"/>
              <a:gd name="connsiteY170" fmla="*/ 2128069 h 2323145"/>
              <a:gd name="connsiteX171" fmla="*/ 3120467 w 11269336"/>
              <a:gd name="connsiteY171" fmla="*/ 2128281 h 2323145"/>
              <a:gd name="connsiteX172" fmla="*/ 3116175 w 11269336"/>
              <a:gd name="connsiteY172" fmla="*/ 2131633 h 2323145"/>
              <a:gd name="connsiteX173" fmla="*/ 3103685 w 11269336"/>
              <a:gd name="connsiteY173" fmla="*/ 2132814 h 2323145"/>
              <a:gd name="connsiteX174" fmla="*/ 3078794 w 11269336"/>
              <a:gd name="connsiteY174" fmla="*/ 2137935 h 2323145"/>
              <a:gd name="connsiteX175" fmla="*/ 3074407 w 11269336"/>
              <a:gd name="connsiteY175" fmla="*/ 2136274 h 2323145"/>
              <a:gd name="connsiteX176" fmla="*/ 3037285 w 11269336"/>
              <a:gd name="connsiteY176" fmla="*/ 2139919 h 2323145"/>
              <a:gd name="connsiteX177" fmla="*/ 3036901 w 11269336"/>
              <a:gd name="connsiteY177" fmla="*/ 2138726 h 2323145"/>
              <a:gd name="connsiteX178" fmla="*/ 3026996 w 11269336"/>
              <a:gd name="connsiteY178" fmla="*/ 2134322 h 2323145"/>
              <a:gd name="connsiteX179" fmla="*/ 3007772 w 11269336"/>
              <a:gd name="connsiteY179" fmla="*/ 2128742 h 2323145"/>
              <a:gd name="connsiteX180" fmla="*/ 2965030 w 11269336"/>
              <a:gd name="connsiteY180" fmla="*/ 2100494 h 2323145"/>
              <a:gd name="connsiteX181" fmla="*/ 2926342 w 11269336"/>
              <a:gd name="connsiteY181" fmla="*/ 2104155 h 2323145"/>
              <a:gd name="connsiteX182" fmla="*/ 2918608 w 11269336"/>
              <a:gd name="connsiteY182" fmla="*/ 2104215 h 2323145"/>
              <a:gd name="connsiteX183" fmla="*/ 2918475 w 11269336"/>
              <a:gd name="connsiteY183" fmla="*/ 2103937 h 2323145"/>
              <a:gd name="connsiteX184" fmla="*/ 2910360 w 11269336"/>
              <a:gd name="connsiteY184" fmla="*/ 2103444 h 2323145"/>
              <a:gd name="connsiteX185" fmla="*/ 2904507 w 11269336"/>
              <a:gd name="connsiteY185" fmla="*/ 2104326 h 2323145"/>
              <a:gd name="connsiteX186" fmla="*/ 2889503 w 11269336"/>
              <a:gd name="connsiteY186" fmla="*/ 2104443 h 2323145"/>
              <a:gd name="connsiteX187" fmla="*/ 2884480 w 11269336"/>
              <a:gd name="connsiteY187" fmla="*/ 2102626 h 2323145"/>
              <a:gd name="connsiteX188" fmla="*/ 2882689 w 11269336"/>
              <a:gd name="connsiteY188" fmla="*/ 2099228 h 2323145"/>
              <a:gd name="connsiteX189" fmla="*/ 2881291 w 11269336"/>
              <a:gd name="connsiteY189" fmla="*/ 2099618 h 2323145"/>
              <a:gd name="connsiteX190" fmla="*/ 2853979 w 11269336"/>
              <a:gd name="connsiteY190" fmla="*/ 2090388 h 2323145"/>
              <a:gd name="connsiteX191" fmla="*/ 2791790 w 11269336"/>
              <a:gd name="connsiteY191" fmla="*/ 2080332 h 2323145"/>
              <a:gd name="connsiteX192" fmla="*/ 2755844 w 11269336"/>
              <a:gd name="connsiteY192" fmla="*/ 2078874 h 2323145"/>
              <a:gd name="connsiteX193" fmla="*/ 2657742 w 11269336"/>
              <a:gd name="connsiteY193" fmla="*/ 2070179 h 2323145"/>
              <a:gd name="connsiteX194" fmla="*/ 2559549 w 11269336"/>
              <a:gd name="connsiteY194" fmla="*/ 2057873 h 2323145"/>
              <a:gd name="connsiteX195" fmla="*/ 2512054 w 11269336"/>
              <a:gd name="connsiteY195" fmla="*/ 2031671 h 2323145"/>
              <a:gd name="connsiteX196" fmla="*/ 2506437 w 11269336"/>
              <a:gd name="connsiteY196" fmla="*/ 2030918 h 2323145"/>
              <a:gd name="connsiteX197" fmla="*/ 2491752 w 11269336"/>
              <a:gd name="connsiteY197" fmla="*/ 2033906 h 2323145"/>
              <a:gd name="connsiteX198" fmla="*/ 2486338 w 11269336"/>
              <a:gd name="connsiteY198" fmla="*/ 2035862 h 2323145"/>
              <a:gd name="connsiteX199" fmla="*/ 2478186 w 11269336"/>
              <a:gd name="connsiteY199" fmla="*/ 2036953 h 2323145"/>
              <a:gd name="connsiteX200" fmla="*/ 2477950 w 11269336"/>
              <a:gd name="connsiteY200" fmla="*/ 2036715 h 2323145"/>
              <a:gd name="connsiteX201" fmla="*/ 2470381 w 11269336"/>
              <a:gd name="connsiteY201" fmla="*/ 2038256 h 2323145"/>
              <a:gd name="connsiteX202" fmla="*/ 2433781 w 11269336"/>
              <a:gd name="connsiteY202" fmla="*/ 2049140 h 2323145"/>
              <a:gd name="connsiteX203" fmla="*/ 2381172 w 11269336"/>
              <a:gd name="connsiteY203" fmla="*/ 2030645 h 2323145"/>
              <a:gd name="connsiteX204" fmla="*/ 2360198 w 11269336"/>
              <a:gd name="connsiteY204" fmla="*/ 2029059 h 2323145"/>
              <a:gd name="connsiteX205" fmla="*/ 2348815 w 11269336"/>
              <a:gd name="connsiteY205" fmla="*/ 2026798 h 2323145"/>
              <a:gd name="connsiteX206" fmla="*/ 2347988 w 11269336"/>
              <a:gd name="connsiteY206" fmla="*/ 2025745 h 2323145"/>
              <a:gd name="connsiteX207" fmla="*/ 2312920 w 11269336"/>
              <a:gd name="connsiteY207" fmla="*/ 2036311 h 2323145"/>
              <a:gd name="connsiteX208" fmla="*/ 2307986 w 11269336"/>
              <a:gd name="connsiteY208" fmla="*/ 2035583 h 2323145"/>
              <a:gd name="connsiteX209" fmla="*/ 2285481 w 11269336"/>
              <a:gd name="connsiteY209" fmla="*/ 2045197 h 2323145"/>
              <a:gd name="connsiteX210" fmla="*/ 2273666 w 11269336"/>
              <a:gd name="connsiteY210" fmla="*/ 2048710 h 2323145"/>
              <a:gd name="connsiteX211" fmla="*/ 2270719 w 11269336"/>
              <a:gd name="connsiteY211" fmla="*/ 2052702 h 2323145"/>
              <a:gd name="connsiteX212" fmla="*/ 2253080 w 11269336"/>
              <a:gd name="connsiteY212" fmla="*/ 2056363 h 2323145"/>
              <a:gd name="connsiteX213" fmla="*/ 2250906 w 11269336"/>
              <a:gd name="connsiteY213" fmla="*/ 2055654 h 2323145"/>
              <a:gd name="connsiteX214" fmla="*/ 2236905 w 11269336"/>
              <a:gd name="connsiteY214" fmla="*/ 2062882 h 2323145"/>
              <a:gd name="connsiteX215" fmla="*/ 2225830 w 11269336"/>
              <a:gd name="connsiteY215" fmla="*/ 2074027 h 2323145"/>
              <a:gd name="connsiteX216" fmla="*/ 2073776 w 11269336"/>
              <a:gd name="connsiteY216" fmla="*/ 2089244 h 2323145"/>
              <a:gd name="connsiteX217" fmla="*/ 1948256 w 11269336"/>
              <a:gd name="connsiteY217" fmla="*/ 2146616 h 2323145"/>
              <a:gd name="connsiteX218" fmla="*/ 1865582 w 11269336"/>
              <a:gd name="connsiteY218" fmla="*/ 2153738 h 2323145"/>
              <a:gd name="connsiteX219" fmla="*/ 1835210 w 11269336"/>
              <a:gd name="connsiteY219" fmla="*/ 2134244 h 2323145"/>
              <a:gd name="connsiteX220" fmla="*/ 1632661 w 11269336"/>
              <a:gd name="connsiteY220" fmla="*/ 2173882 h 2323145"/>
              <a:gd name="connsiteX221" fmla="*/ 1579590 w 11269336"/>
              <a:gd name="connsiteY221" fmla="*/ 2173680 h 2323145"/>
              <a:gd name="connsiteX222" fmla="*/ 1535601 w 11269336"/>
              <a:gd name="connsiteY222" fmla="*/ 2194590 h 2323145"/>
              <a:gd name="connsiteX223" fmla="*/ 1515594 w 11269336"/>
              <a:gd name="connsiteY223" fmla="*/ 2189622 h 2323145"/>
              <a:gd name="connsiteX224" fmla="*/ 1512113 w 11269336"/>
              <a:gd name="connsiteY224" fmla="*/ 2188534 h 2323145"/>
              <a:gd name="connsiteX225" fmla="*/ 1498838 w 11269336"/>
              <a:gd name="connsiteY225" fmla="*/ 2189213 h 2323145"/>
              <a:gd name="connsiteX226" fmla="*/ 1494279 w 11269336"/>
              <a:gd name="connsiteY226" fmla="*/ 2183112 h 2323145"/>
              <a:gd name="connsiteX227" fmla="*/ 1473714 w 11269336"/>
              <a:gd name="connsiteY227" fmla="*/ 2179625 h 2323145"/>
              <a:gd name="connsiteX228" fmla="*/ 1449503 w 11269336"/>
              <a:gd name="connsiteY228" fmla="*/ 2182633 h 2323145"/>
              <a:gd name="connsiteX229" fmla="*/ 1266687 w 11269336"/>
              <a:gd name="connsiteY229" fmla="*/ 2212688 h 2323145"/>
              <a:gd name="connsiteX230" fmla="*/ 1239614 w 11269336"/>
              <a:gd name="connsiteY230" fmla="*/ 2209727 h 2323145"/>
              <a:gd name="connsiteX231" fmla="*/ 1202436 w 11269336"/>
              <a:gd name="connsiteY231" fmla="*/ 2209817 h 2323145"/>
              <a:gd name="connsiteX232" fmla="*/ 1136097 w 11269336"/>
              <a:gd name="connsiteY232" fmla="*/ 2205112 h 2323145"/>
              <a:gd name="connsiteX233" fmla="*/ 988232 w 11269336"/>
              <a:gd name="connsiteY233" fmla="*/ 2235635 h 2323145"/>
              <a:gd name="connsiteX234" fmla="*/ 981959 w 11269336"/>
              <a:gd name="connsiteY234" fmla="*/ 2231607 h 2323145"/>
              <a:gd name="connsiteX235" fmla="*/ 938600 w 11269336"/>
              <a:gd name="connsiteY235" fmla="*/ 2238113 h 2323145"/>
              <a:gd name="connsiteX236" fmla="*/ 791788 w 11269336"/>
              <a:gd name="connsiteY236" fmla="*/ 2293224 h 2323145"/>
              <a:gd name="connsiteX237" fmla="*/ 706914 w 11269336"/>
              <a:gd name="connsiteY237" fmla="*/ 2305046 h 2323145"/>
              <a:gd name="connsiteX238" fmla="*/ 675971 w 11269336"/>
              <a:gd name="connsiteY238" fmla="*/ 2304030 h 2323145"/>
              <a:gd name="connsiteX239" fmla="*/ 624180 w 11269336"/>
              <a:gd name="connsiteY239" fmla="*/ 2302650 h 2323145"/>
              <a:gd name="connsiteX240" fmla="*/ 583453 w 11269336"/>
              <a:gd name="connsiteY240" fmla="*/ 2288788 h 2323145"/>
              <a:gd name="connsiteX241" fmla="*/ 540946 w 11269336"/>
              <a:gd name="connsiteY241" fmla="*/ 2292721 h 2323145"/>
              <a:gd name="connsiteX242" fmla="*/ 533680 w 11269336"/>
              <a:gd name="connsiteY242" fmla="*/ 2310233 h 2323145"/>
              <a:gd name="connsiteX243" fmla="*/ 487366 w 11269336"/>
              <a:gd name="connsiteY243" fmla="*/ 2309053 h 2323145"/>
              <a:gd name="connsiteX244" fmla="*/ 416820 w 11269336"/>
              <a:gd name="connsiteY244" fmla="*/ 2305443 h 2323145"/>
              <a:gd name="connsiteX245" fmla="*/ 376805 w 11269336"/>
              <a:gd name="connsiteY245" fmla="*/ 2307647 h 2323145"/>
              <a:gd name="connsiteX246" fmla="*/ 266777 w 11269336"/>
              <a:gd name="connsiteY246" fmla="*/ 2309012 h 2323145"/>
              <a:gd name="connsiteX247" fmla="*/ 156013 w 11269336"/>
              <a:gd name="connsiteY247" fmla="*/ 2306832 h 2323145"/>
              <a:gd name="connsiteX248" fmla="*/ 87258 w 11269336"/>
              <a:gd name="connsiteY248" fmla="*/ 2285511 h 2323145"/>
              <a:gd name="connsiteX249" fmla="*/ 23798 w 11269336"/>
              <a:gd name="connsiteY249" fmla="*/ 2281822 h 2323145"/>
              <a:gd name="connsiteX250" fmla="*/ 0 w 11269336"/>
              <a:gd name="connsiteY250" fmla="*/ 2285369 h 2323145"/>
              <a:gd name="connsiteX251" fmla="*/ 0 w 11269336"/>
              <a:gd name="connsiteY251" fmla="*/ 0 h 23231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  <a:cxn ang="0">
                <a:pos x="connsiteX215" y="connsiteY215"/>
              </a:cxn>
              <a:cxn ang="0">
                <a:pos x="connsiteX216" y="connsiteY216"/>
              </a:cxn>
              <a:cxn ang="0">
                <a:pos x="connsiteX217" y="connsiteY217"/>
              </a:cxn>
              <a:cxn ang="0">
                <a:pos x="connsiteX218" y="connsiteY218"/>
              </a:cxn>
              <a:cxn ang="0">
                <a:pos x="connsiteX219" y="connsiteY219"/>
              </a:cxn>
              <a:cxn ang="0">
                <a:pos x="connsiteX220" y="connsiteY220"/>
              </a:cxn>
              <a:cxn ang="0">
                <a:pos x="connsiteX221" y="connsiteY221"/>
              </a:cxn>
              <a:cxn ang="0">
                <a:pos x="connsiteX222" y="connsiteY222"/>
              </a:cxn>
              <a:cxn ang="0">
                <a:pos x="connsiteX223" y="connsiteY223"/>
              </a:cxn>
              <a:cxn ang="0">
                <a:pos x="connsiteX224" y="connsiteY224"/>
              </a:cxn>
              <a:cxn ang="0">
                <a:pos x="connsiteX225" y="connsiteY225"/>
              </a:cxn>
              <a:cxn ang="0">
                <a:pos x="connsiteX226" y="connsiteY226"/>
              </a:cxn>
              <a:cxn ang="0">
                <a:pos x="connsiteX227" y="connsiteY227"/>
              </a:cxn>
              <a:cxn ang="0">
                <a:pos x="connsiteX228" y="connsiteY228"/>
              </a:cxn>
              <a:cxn ang="0">
                <a:pos x="connsiteX229" y="connsiteY229"/>
              </a:cxn>
              <a:cxn ang="0">
                <a:pos x="connsiteX230" y="connsiteY230"/>
              </a:cxn>
              <a:cxn ang="0">
                <a:pos x="connsiteX231" y="connsiteY231"/>
              </a:cxn>
              <a:cxn ang="0">
                <a:pos x="connsiteX232" y="connsiteY232"/>
              </a:cxn>
              <a:cxn ang="0">
                <a:pos x="connsiteX233" y="connsiteY233"/>
              </a:cxn>
              <a:cxn ang="0">
                <a:pos x="connsiteX234" y="connsiteY234"/>
              </a:cxn>
              <a:cxn ang="0">
                <a:pos x="connsiteX235" y="connsiteY235"/>
              </a:cxn>
              <a:cxn ang="0">
                <a:pos x="connsiteX236" y="connsiteY236"/>
              </a:cxn>
              <a:cxn ang="0">
                <a:pos x="connsiteX237" y="connsiteY237"/>
              </a:cxn>
              <a:cxn ang="0">
                <a:pos x="connsiteX238" y="connsiteY238"/>
              </a:cxn>
              <a:cxn ang="0">
                <a:pos x="connsiteX239" y="connsiteY239"/>
              </a:cxn>
              <a:cxn ang="0">
                <a:pos x="connsiteX240" y="connsiteY240"/>
              </a:cxn>
              <a:cxn ang="0">
                <a:pos x="connsiteX241" y="connsiteY241"/>
              </a:cxn>
              <a:cxn ang="0">
                <a:pos x="connsiteX242" y="connsiteY242"/>
              </a:cxn>
              <a:cxn ang="0">
                <a:pos x="connsiteX243" y="connsiteY243"/>
              </a:cxn>
              <a:cxn ang="0">
                <a:pos x="connsiteX244" y="connsiteY244"/>
              </a:cxn>
              <a:cxn ang="0">
                <a:pos x="connsiteX245" y="connsiteY245"/>
              </a:cxn>
              <a:cxn ang="0">
                <a:pos x="connsiteX246" y="connsiteY246"/>
              </a:cxn>
              <a:cxn ang="0">
                <a:pos x="connsiteX247" y="connsiteY247"/>
              </a:cxn>
              <a:cxn ang="0">
                <a:pos x="connsiteX248" y="connsiteY248"/>
              </a:cxn>
              <a:cxn ang="0">
                <a:pos x="connsiteX249" y="connsiteY249"/>
              </a:cxn>
              <a:cxn ang="0">
                <a:pos x="connsiteX250" y="connsiteY250"/>
              </a:cxn>
              <a:cxn ang="0">
                <a:pos x="connsiteX251" y="connsiteY251"/>
              </a:cxn>
            </a:cxnLst>
            <a:rect l="l" t="t" r="r" b="b"/>
            <a:pathLst>
              <a:path w="11269336" h="2323145">
                <a:moveTo>
                  <a:pt x="0" y="0"/>
                </a:moveTo>
                <a:lnTo>
                  <a:pt x="11269336" y="0"/>
                </a:lnTo>
                <a:lnTo>
                  <a:pt x="11268645" y="511"/>
                </a:lnTo>
                <a:cubicBezTo>
                  <a:pt x="11257520" y="14091"/>
                  <a:pt x="11248967" y="32073"/>
                  <a:pt x="11230739" y="37096"/>
                </a:cubicBezTo>
                <a:cubicBezTo>
                  <a:pt x="11194283" y="47141"/>
                  <a:pt x="11124351" y="55013"/>
                  <a:pt x="11082485" y="78590"/>
                </a:cubicBezTo>
                <a:cubicBezTo>
                  <a:pt x="11064655" y="69818"/>
                  <a:pt x="11049588" y="97621"/>
                  <a:pt x="11031776" y="79197"/>
                </a:cubicBezTo>
                <a:cubicBezTo>
                  <a:pt x="11016683" y="85023"/>
                  <a:pt x="11009945" y="92832"/>
                  <a:pt x="10995894" y="83459"/>
                </a:cubicBezTo>
                <a:cubicBezTo>
                  <a:pt x="10971843" y="134740"/>
                  <a:pt x="10888992" y="106042"/>
                  <a:pt x="10861177" y="147419"/>
                </a:cubicBezTo>
                <a:cubicBezTo>
                  <a:pt x="10850370" y="129415"/>
                  <a:pt x="10807086" y="138624"/>
                  <a:pt x="10782732" y="135645"/>
                </a:cubicBezTo>
                <a:cubicBezTo>
                  <a:pt x="10869014" y="196205"/>
                  <a:pt x="10693356" y="147304"/>
                  <a:pt x="10660773" y="179312"/>
                </a:cubicBezTo>
                <a:cubicBezTo>
                  <a:pt x="10667385" y="121467"/>
                  <a:pt x="10595265" y="182241"/>
                  <a:pt x="10564442" y="160738"/>
                </a:cubicBezTo>
                <a:cubicBezTo>
                  <a:pt x="10544419" y="190949"/>
                  <a:pt x="10518436" y="167191"/>
                  <a:pt x="10490200" y="183533"/>
                </a:cubicBezTo>
                <a:cubicBezTo>
                  <a:pt x="10423905" y="202688"/>
                  <a:pt x="10362764" y="244779"/>
                  <a:pt x="10271351" y="243104"/>
                </a:cubicBezTo>
                <a:cubicBezTo>
                  <a:pt x="10247818" y="329775"/>
                  <a:pt x="10135674" y="303068"/>
                  <a:pt x="10061033" y="364937"/>
                </a:cubicBezTo>
                <a:cubicBezTo>
                  <a:pt x="10014289" y="383940"/>
                  <a:pt x="9930032" y="360289"/>
                  <a:pt x="9921770" y="406154"/>
                </a:cubicBezTo>
                <a:cubicBezTo>
                  <a:pt x="9894276" y="384665"/>
                  <a:pt x="9881945" y="430851"/>
                  <a:pt x="9858388" y="439489"/>
                </a:cubicBezTo>
                <a:cubicBezTo>
                  <a:pt x="9835642" y="426888"/>
                  <a:pt x="9828901" y="443125"/>
                  <a:pt x="9811914" y="449865"/>
                </a:cubicBezTo>
                <a:cubicBezTo>
                  <a:pt x="9801869" y="441287"/>
                  <a:pt x="9787055" y="444835"/>
                  <a:pt x="9784394" y="457816"/>
                </a:cubicBezTo>
                <a:cubicBezTo>
                  <a:pt x="9797169" y="483924"/>
                  <a:pt x="9656844" y="450179"/>
                  <a:pt x="9656836" y="469967"/>
                </a:cubicBezTo>
                <a:cubicBezTo>
                  <a:pt x="9589537" y="485301"/>
                  <a:pt x="9662097" y="527310"/>
                  <a:pt x="9561575" y="559978"/>
                </a:cubicBezTo>
                <a:cubicBezTo>
                  <a:pt x="9479149" y="599104"/>
                  <a:pt x="9215234" y="670585"/>
                  <a:pt x="9162278" y="704724"/>
                </a:cubicBezTo>
                <a:cubicBezTo>
                  <a:pt x="9173017" y="730567"/>
                  <a:pt x="9063215" y="727685"/>
                  <a:pt x="9062863" y="754656"/>
                </a:cubicBezTo>
                <a:cubicBezTo>
                  <a:pt x="9021608" y="774940"/>
                  <a:pt x="8924639" y="816390"/>
                  <a:pt x="8914746" y="826428"/>
                </a:cubicBezTo>
                <a:lnTo>
                  <a:pt x="8917778" y="835198"/>
                </a:lnTo>
                <a:lnTo>
                  <a:pt x="8905560" y="838358"/>
                </a:lnTo>
                <a:lnTo>
                  <a:pt x="8897564" y="834287"/>
                </a:lnTo>
                <a:lnTo>
                  <a:pt x="8878040" y="844150"/>
                </a:lnTo>
                <a:cubicBezTo>
                  <a:pt x="8861112" y="848992"/>
                  <a:pt x="8812843" y="856499"/>
                  <a:pt x="8795998" y="863337"/>
                </a:cubicBezTo>
                <a:cubicBezTo>
                  <a:pt x="8792888" y="873975"/>
                  <a:pt x="8786153" y="880792"/>
                  <a:pt x="8776970" y="885177"/>
                </a:cubicBezTo>
                <a:lnTo>
                  <a:pt x="8755719" y="889754"/>
                </a:lnTo>
                <a:lnTo>
                  <a:pt x="8743257" y="904723"/>
                </a:lnTo>
                <a:cubicBezTo>
                  <a:pt x="8737642" y="908108"/>
                  <a:pt x="8730651" y="908759"/>
                  <a:pt x="8721366" y="904711"/>
                </a:cubicBezTo>
                <a:cubicBezTo>
                  <a:pt x="8711895" y="915873"/>
                  <a:pt x="8676250" y="900745"/>
                  <a:pt x="8678353" y="926318"/>
                </a:cubicBezTo>
                <a:cubicBezTo>
                  <a:pt x="8658506" y="928813"/>
                  <a:pt x="8647569" y="933735"/>
                  <a:pt x="8636849" y="937900"/>
                </a:cubicBezTo>
                <a:lnTo>
                  <a:pt x="8620213" y="943068"/>
                </a:lnTo>
                <a:lnTo>
                  <a:pt x="8612581" y="952695"/>
                </a:lnTo>
                <a:cubicBezTo>
                  <a:pt x="8605836" y="959769"/>
                  <a:pt x="8598255" y="964412"/>
                  <a:pt x="8589038" y="963892"/>
                </a:cubicBezTo>
                <a:lnTo>
                  <a:pt x="8579950" y="960899"/>
                </a:lnTo>
                <a:cubicBezTo>
                  <a:pt x="8579740" y="962476"/>
                  <a:pt x="8579529" y="964053"/>
                  <a:pt x="8579319" y="965630"/>
                </a:cubicBezTo>
                <a:cubicBezTo>
                  <a:pt x="8579138" y="972972"/>
                  <a:pt x="8576531" y="980010"/>
                  <a:pt x="8547429" y="984506"/>
                </a:cubicBezTo>
                <a:cubicBezTo>
                  <a:pt x="8529238" y="1001725"/>
                  <a:pt x="8505565" y="1015840"/>
                  <a:pt x="8478704" y="1025490"/>
                </a:cubicBezTo>
                <a:cubicBezTo>
                  <a:pt x="8473109" y="1019545"/>
                  <a:pt x="8465819" y="1032194"/>
                  <a:pt x="8461421" y="1035512"/>
                </a:cubicBezTo>
                <a:cubicBezTo>
                  <a:pt x="8459739" y="1031087"/>
                  <a:pt x="8447663" y="1032074"/>
                  <a:pt x="8445003" y="1036851"/>
                </a:cubicBezTo>
                <a:cubicBezTo>
                  <a:pt x="8366593" y="1075951"/>
                  <a:pt x="8398773" y="1021402"/>
                  <a:pt x="8357350" y="1060213"/>
                </a:cubicBezTo>
                <a:cubicBezTo>
                  <a:pt x="8349366" y="1063843"/>
                  <a:pt x="8342208" y="1063367"/>
                  <a:pt x="8335565" y="1061151"/>
                </a:cubicBezTo>
                <a:lnTo>
                  <a:pt x="8325267" y="1055919"/>
                </a:lnTo>
                <a:lnTo>
                  <a:pt x="8293586" y="1076144"/>
                </a:lnTo>
                <a:cubicBezTo>
                  <a:pt x="8277595" y="1084193"/>
                  <a:pt x="8260401" y="1090863"/>
                  <a:pt x="8242405" y="1095960"/>
                </a:cubicBezTo>
                <a:cubicBezTo>
                  <a:pt x="8226373" y="1101227"/>
                  <a:pt x="8224213" y="1102052"/>
                  <a:pt x="8197391" y="1107746"/>
                </a:cubicBezTo>
                <a:cubicBezTo>
                  <a:pt x="8090266" y="1152133"/>
                  <a:pt x="8141491" y="1082372"/>
                  <a:pt x="8081474" y="1130125"/>
                </a:cubicBezTo>
                <a:cubicBezTo>
                  <a:pt x="8070634" y="1134173"/>
                  <a:pt x="8061619" y="1132810"/>
                  <a:pt x="8053585" y="1129169"/>
                </a:cubicBezTo>
                <a:lnTo>
                  <a:pt x="8038422" y="1119092"/>
                </a:lnTo>
                <a:lnTo>
                  <a:pt x="8029450" y="1125592"/>
                </a:lnTo>
                <a:cubicBezTo>
                  <a:pt x="7992226" y="1133484"/>
                  <a:pt x="7978616" y="1122765"/>
                  <a:pt x="7959552" y="1140188"/>
                </a:cubicBezTo>
                <a:cubicBezTo>
                  <a:pt x="7922008" y="1119572"/>
                  <a:pt x="7937737" y="1141786"/>
                  <a:pt x="7914188" y="1150862"/>
                </a:cubicBezTo>
                <a:cubicBezTo>
                  <a:pt x="7896037" y="1160155"/>
                  <a:pt x="7933463" y="1163411"/>
                  <a:pt x="7914918" y="1168758"/>
                </a:cubicBezTo>
                <a:cubicBezTo>
                  <a:pt x="7893102" y="1165887"/>
                  <a:pt x="7898453" y="1187420"/>
                  <a:pt x="7875510" y="1183153"/>
                </a:cubicBezTo>
                <a:cubicBezTo>
                  <a:pt x="7877354" y="1165743"/>
                  <a:pt x="7834286" y="1194789"/>
                  <a:pt x="7829932" y="1180782"/>
                </a:cubicBezTo>
                <a:cubicBezTo>
                  <a:pt x="7816047" y="1204874"/>
                  <a:pt x="7801901" y="1181513"/>
                  <a:pt x="7779182" y="1192665"/>
                </a:cubicBezTo>
                <a:cubicBezTo>
                  <a:pt x="7769446" y="1202686"/>
                  <a:pt x="7761564" y="1205661"/>
                  <a:pt x="7748774" y="1199586"/>
                </a:cubicBezTo>
                <a:cubicBezTo>
                  <a:pt x="7704339" y="1247771"/>
                  <a:pt x="7717626" y="1207638"/>
                  <a:pt x="7671846" y="1231966"/>
                </a:cubicBezTo>
                <a:cubicBezTo>
                  <a:pt x="7632956" y="1255682"/>
                  <a:pt x="7587383" y="1275180"/>
                  <a:pt x="7554146" y="1319748"/>
                </a:cubicBezTo>
                <a:cubicBezTo>
                  <a:pt x="7548775" y="1331557"/>
                  <a:pt x="7531272" y="1339155"/>
                  <a:pt x="7515052" y="1336718"/>
                </a:cubicBezTo>
                <a:cubicBezTo>
                  <a:pt x="7512260" y="1336298"/>
                  <a:pt x="7509613" y="1335590"/>
                  <a:pt x="7507193" y="1334617"/>
                </a:cubicBezTo>
                <a:cubicBezTo>
                  <a:pt x="7488273" y="1365207"/>
                  <a:pt x="7468925" y="1356298"/>
                  <a:pt x="7461694" y="1375866"/>
                </a:cubicBezTo>
                <a:cubicBezTo>
                  <a:pt x="7422434" y="1391917"/>
                  <a:pt x="7384603" y="1382819"/>
                  <a:pt x="7377571" y="1400128"/>
                </a:cubicBezTo>
                <a:cubicBezTo>
                  <a:pt x="7356236" y="1403926"/>
                  <a:pt x="7322509" y="1393138"/>
                  <a:pt x="7311261" y="1412652"/>
                </a:cubicBezTo>
                <a:cubicBezTo>
                  <a:pt x="7305349" y="1400071"/>
                  <a:pt x="7289966" y="1428039"/>
                  <a:pt x="7275307" y="1422171"/>
                </a:cubicBezTo>
                <a:cubicBezTo>
                  <a:pt x="7264529" y="1416601"/>
                  <a:pt x="7257348" y="1423786"/>
                  <a:pt x="7247783" y="1426330"/>
                </a:cubicBezTo>
                <a:cubicBezTo>
                  <a:pt x="7233839" y="1423056"/>
                  <a:pt x="7194363" y="1442037"/>
                  <a:pt x="7185047" y="1451812"/>
                </a:cubicBezTo>
                <a:cubicBezTo>
                  <a:pt x="7164447" y="1483396"/>
                  <a:pt x="7101577" y="1475742"/>
                  <a:pt x="7084117" y="1500281"/>
                </a:cubicBezTo>
                <a:cubicBezTo>
                  <a:pt x="7076899" y="1504821"/>
                  <a:pt x="7069494" y="1507565"/>
                  <a:pt x="7062011" y="1509183"/>
                </a:cubicBezTo>
                <a:lnTo>
                  <a:pt x="7040555" y="1511207"/>
                </a:lnTo>
                <a:lnTo>
                  <a:pt x="7033438" y="1506772"/>
                </a:lnTo>
                <a:lnTo>
                  <a:pt x="7020886" y="1510764"/>
                </a:lnTo>
                <a:lnTo>
                  <a:pt x="7017033" y="1510650"/>
                </a:lnTo>
                <a:lnTo>
                  <a:pt x="6995460" y="1511173"/>
                </a:lnTo>
                <a:cubicBezTo>
                  <a:pt x="7010208" y="1537643"/>
                  <a:pt x="6938512" y="1522467"/>
                  <a:pt x="6962144" y="1541508"/>
                </a:cubicBezTo>
                <a:cubicBezTo>
                  <a:pt x="6926351" y="1550586"/>
                  <a:pt x="6958236" y="1566326"/>
                  <a:pt x="6910674" y="1554793"/>
                </a:cubicBezTo>
                <a:cubicBezTo>
                  <a:pt x="6859225" y="1589274"/>
                  <a:pt x="6769015" y="1598548"/>
                  <a:pt x="6732152" y="1642538"/>
                </a:cubicBezTo>
                <a:cubicBezTo>
                  <a:pt x="6734901" y="1628031"/>
                  <a:pt x="6709146" y="1622413"/>
                  <a:pt x="6694106" y="1632377"/>
                </a:cubicBezTo>
                <a:cubicBezTo>
                  <a:pt x="6702628" y="1575914"/>
                  <a:pt x="6638899" y="1692862"/>
                  <a:pt x="6617223" y="1659889"/>
                </a:cubicBezTo>
                <a:cubicBezTo>
                  <a:pt x="6623246" y="1693349"/>
                  <a:pt x="6561228" y="1764690"/>
                  <a:pt x="6521138" y="1744340"/>
                </a:cubicBezTo>
                <a:cubicBezTo>
                  <a:pt x="6469831" y="1761656"/>
                  <a:pt x="6438109" y="1796731"/>
                  <a:pt x="6380677" y="1796883"/>
                </a:cubicBezTo>
                <a:cubicBezTo>
                  <a:pt x="6379865" y="1801686"/>
                  <a:pt x="6377810" y="1805986"/>
                  <a:pt x="6374897" y="1809910"/>
                </a:cubicBezTo>
                <a:lnTo>
                  <a:pt x="6364545" y="1820090"/>
                </a:lnTo>
                <a:lnTo>
                  <a:pt x="6362126" y="1819991"/>
                </a:lnTo>
                <a:cubicBezTo>
                  <a:pt x="6353055" y="1821720"/>
                  <a:pt x="6348796" y="1824537"/>
                  <a:pt x="6346673" y="1827824"/>
                </a:cubicBezTo>
                <a:lnTo>
                  <a:pt x="6345588" y="1832232"/>
                </a:lnTo>
                <a:lnTo>
                  <a:pt x="6335708" y="1838451"/>
                </a:lnTo>
                <a:lnTo>
                  <a:pt x="6318182" y="1852975"/>
                </a:lnTo>
                <a:lnTo>
                  <a:pt x="6313084" y="1853561"/>
                </a:lnTo>
                <a:lnTo>
                  <a:pt x="6283816" y="1872148"/>
                </a:lnTo>
                <a:lnTo>
                  <a:pt x="6282550" y="1871392"/>
                </a:lnTo>
                <a:cubicBezTo>
                  <a:pt x="6279041" y="1870121"/>
                  <a:pt x="6275192" y="1869982"/>
                  <a:pt x="6270527" y="1872208"/>
                </a:cubicBezTo>
                <a:cubicBezTo>
                  <a:pt x="6265029" y="1853962"/>
                  <a:pt x="6262790" y="1867903"/>
                  <a:pt x="6249518" y="1876079"/>
                </a:cubicBezTo>
                <a:cubicBezTo>
                  <a:pt x="6238019" y="1849564"/>
                  <a:pt x="6207959" y="1881750"/>
                  <a:pt x="6190386" y="1872478"/>
                </a:cubicBezTo>
                <a:cubicBezTo>
                  <a:pt x="6180893" y="1879083"/>
                  <a:pt x="6170646" y="1885584"/>
                  <a:pt x="6159777" y="1891745"/>
                </a:cubicBezTo>
                <a:lnTo>
                  <a:pt x="6153131" y="1895079"/>
                </a:lnTo>
                <a:lnTo>
                  <a:pt x="6152798" y="1894920"/>
                </a:lnTo>
                <a:cubicBezTo>
                  <a:pt x="6150925" y="1895166"/>
                  <a:pt x="6148578" y="1896082"/>
                  <a:pt x="6145388" y="1897990"/>
                </a:cubicBezTo>
                <a:lnTo>
                  <a:pt x="6141014" y="1901155"/>
                </a:lnTo>
                <a:lnTo>
                  <a:pt x="6128122" y="1907623"/>
                </a:lnTo>
                <a:lnTo>
                  <a:pt x="6122351" y="1908359"/>
                </a:lnTo>
                <a:cubicBezTo>
                  <a:pt x="6099508" y="1905910"/>
                  <a:pt x="6088334" y="1869006"/>
                  <a:pt x="6064750" y="1896394"/>
                </a:cubicBezTo>
                <a:cubicBezTo>
                  <a:pt x="6025977" y="1903785"/>
                  <a:pt x="5997095" y="1889190"/>
                  <a:pt x="5964230" y="1910038"/>
                </a:cubicBezTo>
                <a:cubicBezTo>
                  <a:pt x="5927910" y="1916874"/>
                  <a:pt x="5894873" y="1914928"/>
                  <a:pt x="5865399" y="1926966"/>
                </a:cubicBezTo>
                <a:cubicBezTo>
                  <a:pt x="5851644" y="1923038"/>
                  <a:pt x="5839380" y="1922808"/>
                  <a:pt x="5829951" y="1934755"/>
                </a:cubicBezTo>
                <a:cubicBezTo>
                  <a:pt x="5795498" y="1938369"/>
                  <a:pt x="5784532" y="1926246"/>
                  <a:pt x="5765285" y="1941322"/>
                </a:cubicBezTo>
                <a:cubicBezTo>
                  <a:pt x="5741789" y="1922874"/>
                  <a:pt x="5742385" y="1931607"/>
                  <a:pt x="5734750" y="1939793"/>
                </a:cubicBezTo>
                <a:lnTo>
                  <a:pt x="5733569" y="1940505"/>
                </a:lnTo>
                <a:lnTo>
                  <a:pt x="5730329" y="1937845"/>
                </a:lnTo>
                <a:lnTo>
                  <a:pt x="5724661" y="1937455"/>
                </a:lnTo>
                <a:lnTo>
                  <a:pt x="5710186" y="1941370"/>
                </a:lnTo>
                <a:lnTo>
                  <a:pt x="5704910" y="1943663"/>
                </a:lnTo>
                <a:cubicBezTo>
                  <a:pt x="5701213" y="1944937"/>
                  <a:pt x="5698678" y="1945391"/>
                  <a:pt x="5696836" y="1945271"/>
                </a:cubicBezTo>
                <a:lnTo>
                  <a:pt x="5696583" y="1945050"/>
                </a:lnTo>
                <a:lnTo>
                  <a:pt x="5689123" y="1947067"/>
                </a:lnTo>
                <a:cubicBezTo>
                  <a:pt x="5676655" y="1951072"/>
                  <a:pt x="5664639" y="1955533"/>
                  <a:pt x="5653291" y="1960245"/>
                </a:cubicBezTo>
                <a:cubicBezTo>
                  <a:pt x="5640346" y="1947636"/>
                  <a:pt x="5600180" y="1973739"/>
                  <a:pt x="5599385" y="1945198"/>
                </a:cubicBezTo>
                <a:cubicBezTo>
                  <a:pt x="5583913" y="1950736"/>
                  <a:pt x="5576590" y="1964134"/>
                  <a:pt x="5578300" y="1944963"/>
                </a:cubicBezTo>
                <a:cubicBezTo>
                  <a:pt x="5573104" y="1946266"/>
                  <a:pt x="5569560" y="1945382"/>
                  <a:pt x="5566758" y="1943441"/>
                </a:cubicBezTo>
                <a:lnTo>
                  <a:pt x="5565857" y="1942445"/>
                </a:lnTo>
                <a:lnTo>
                  <a:pt x="5531534" y="1955208"/>
                </a:lnTo>
                <a:lnTo>
                  <a:pt x="5526552" y="1954799"/>
                </a:lnTo>
                <a:lnTo>
                  <a:pt x="5504723" y="1965811"/>
                </a:lnTo>
                <a:lnTo>
                  <a:pt x="5493156" y="1970063"/>
                </a:lnTo>
                <a:lnTo>
                  <a:pt x="5490486" y="1974227"/>
                </a:lnTo>
                <a:cubicBezTo>
                  <a:pt x="5487271" y="1977077"/>
                  <a:pt x="5482233" y="1979045"/>
                  <a:pt x="5473107" y="1979001"/>
                </a:cubicBezTo>
                <a:lnTo>
                  <a:pt x="5470885" y="1978432"/>
                </a:lnTo>
                <a:lnTo>
                  <a:pt x="5457393" y="1986525"/>
                </a:lnTo>
                <a:cubicBezTo>
                  <a:pt x="5453194" y="1989853"/>
                  <a:pt x="5449663" y="1993721"/>
                  <a:pt x="5447102" y="1998329"/>
                </a:cubicBezTo>
                <a:cubicBezTo>
                  <a:pt x="5386283" y="2017364"/>
                  <a:pt x="5223545" y="2015483"/>
                  <a:pt x="5159151" y="2029640"/>
                </a:cubicBezTo>
                <a:cubicBezTo>
                  <a:pt x="5141359" y="2036610"/>
                  <a:pt x="5090827" y="2076822"/>
                  <a:pt x="5098838" y="2062961"/>
                </a:cubicBezTo>
                <a:cubicBezTo>
                  <a:pt x="5047883" y="2099457"/>
                  <a:pt x="4922007" y="2111466"/>
                  <a:pt x="4860988" y="2135698"/>
                </a:cubicBezTo>
                <a:cubicBezTo>
                  <a:pt x="4805413" y="2152292"/>
                  <a:pt x="4784714" y="2158665"/>
                  <a:pt x="4765388" y="2162525"/>
                </a:cubicBezTo>
                <a:cubicBezTo>
                  <a:pt x="4758560" y="2161978"/>
                  <a:pt x="4751823" y="2160531"/>
                  <a:pt x="4745033" y="2158859"/>
                </a:cubicBezTo>
                <a:lnTo>
                  <a:pt x="4741475" y="2157998"/>
                </a:lnTo>
                <a:lnTo>
                  <a:pt x="4728247" y="2159526"/>
                </a:lnTo>
                <a:lnTo>
                  <a:pt x="4723263" y="2153742"/>
                </a:lnTo>
                <a:lnTo>
                  <a:pt x="4593061" y="2171597"/>
                </a:lnTo>
                <a:lnTo>
                  <a:pt x="4405765" y="2199902"/>
                </a:lnTo>
                <a:cubicBezTo>
                  <a:pt x="4403942" y="2198353"/>
                  <a:pt x="4402457" y="2196614"/>
                  <a:pt x="4401354" y="2194745"/>
                </a:cubicBezTo>
                <a:lnTo>
                  <a:pt x="4366646" y="2198564"/>
                </a:lnTo>
                <a:lnTo>
                  <a:pt x="4354009" y="2204984"/>
                </a:lnTo>
                <a:lnTo>
                  <a:pt x="4348284" y="2205270"/>
                </a:lnTo>
                <a:lnTo>
                  <a:pt x="4333906" y="2205251"/>
                </a:lnTo>
                <a:cubicBezTo>
                  <a:pt x="4326429" y="2204713"/>
                  <a:pt x="4318024" y="2203940"/>
                  <a:pt x="4308819" y="2203822"/>
                </a:cubicBezTo>
                <a:lnTo>
                  <a:pt x="4301210" y="2204456"/>
                </a:lnTo>
                <a:lnTo>
                  <a:pt x="4283095" y="2198177"/>
                </a:lnTo>
                <a:cubicBezTo>
                  <a:pt x="4269863" y="2193337"/>
                  <a:pt x="4259612" y="2190345"/>
                  <a:pt x="4250119" y="2196342"/>
                </a:cubicBezTo>
                <a:cubicBezTo>
                  <a:pt x="4230702" y="2190559"/>
                  <a:pt x="4213171" y="2166890"/>
                  <a:pt x="4189203" y="2178994"/>
                </a:cubicBezTo>
                <a:cubicBezTo>
                  <a:pt x="4194512" y="2165594"/>
                  <a:pt x="4160734" y="2183257"/>
                  <a:pt x="4154035" y="2171950"/>
                </a:cubicBezTo>
                <a:cubicBezTo>
                  <a:pt x="4150098" y="2162547"/>
                  <a:pt x="4138934" y="2165714"/>
                  <a:pt x="4129569" y="2163850"/>
                </a:cubicBezTo>
                <a:cubicBezTo>
                  <a:pt x="4121391" y="2155090"/>
                  <a:pt x="4076089" y="2154737"/>
                  <a:pt x="4061250" y="2159236"/>
                </a:cubicBezTo>
                <a:cubicBezTo>
                  <a:pt x="4020618" y="2177811"/>
                  <a:pt x="3978175" y="2144465"/>
                  <a:pt x="3945480" y="2158279"/>
                </a:cubicBezTo>
                <a:cubicBezTo>
                  <a:pt x="3936362" y="2159139"/>
                  <a:pt x="3928502" y="2158369"/>
                  <a:pt x="3921468" y="2156588"/>
                </a:cubicBezTo>
                <a:lnTo>
                  <a:pt x="3903348" y="2149220"/>
                </a:lnTo>
                <a:lnTo>
                  <a:pt x="3901342" y="2142355"/>
                </a:lnTo>
                <a:lnTo>
                  <a:pt x="3888539" y="2140476"/>
                </a:lnTo>
                <a:lnTo>
                  <a:pt x="3885662" y="2138740"/>
                </a:lnTo>
                <a:cubicBezTo>
                  <a:pt x="3880178" y="2135398"/>
                  <a:pt x="3874645" y="2132286"/>
                  <a:pt x="3868627" y="2130023"/>
                </a:cubicBezTo>
                <a:cubicBezTo>
                  <a:pt x="3859240" y="2159198"/>
                  <a:pt x="3815892" y="2115590"/>
                  <a:pt x="3819177" y="2142111"/>
                </a:cubicBezTo>
                <a:cubicBezTo>
                  <a:pt x="3784478" y="2134756"/>
                  <a:pt x="3796708" y="2161930"/>
                  <a:pt x="3769100" y="2131731"/>
                </a:cubicBezTo>
                <a:cubicBezTo>
                  <a:pt x="3702423" y="2139704"/>
                  <a:pt x="3625642" y="2109386"/>
                  <a:pt x="3562752" y="2131785"/>
                </a:cubicBezTo>
                <a:cubicBezTo>
                  <a:pt x="3576244" y="2120400"/>
                  <a:pt x="3560801" y="2104591"/>
                  <a:pt x="3541402" y="2106821"/>
                </a:cubicBezTo>
                <a:cubicBezTo>
                  <a:pt x="3592232" y="2061584"/>
                  <a:pt x="3356194" y="2115384"/>
                  <a:pt x="3365341" y="2077638"/>
                </a:cubicBezTo>
                <a:cubicBezTo>
                  <a:pt x="3303594" y="2079161"/>
                  <a:pt x="3221644" y="2111487"/>
                  <a:pt x="3170922" y="2115957"/>
                </a:cubicBezTo>
                <a:cubicBezTo>
                  <a:pt x="3166532" y="2119769"/>
                  <a:pt x="3161579" y="2122617"/>
                  <a:pt x="3156256" y="2124773"/>
                </a:cubicBezTo>
                <a:lnTo>
                  <a:pt x="3140298" y="2129182"/>
                </a:lnTo>
                <a:lnTo>
                  <a:pt x="3138514" y="2128069"/>
                </a:lnTo>
                <a:cubicBezTo>
                  <a:pt x="3130169" y="2125710"/>
                  <a:pt x="3124679" y="2126336"/>
                  <a:pt x="3120467" y="2128281"/>
                </a:cubicBezTo>
                <a:lnTo>
                  <a:pt x="3116175" y="2131633"/>
                </a:lnTo>
                <a:lnTo>
                  <a:pt x="3103685" y="2132814"/>
                </a:lnTo>
                <a:lnTo>
                  <a:pt x="3078794" y="2137935"/>
                </a:lnTo>
                <a:lnTo>
                  <a:pt x="3074407" y="2136274"/>
                </a:lnTo>
                <a:lnTo>
                  <a:pt x="3037285" y="2139919"/>
                </a:lnTo>
                <a:lnTo>
                  <a:pt x="3036901" y="2138726"/>
                </a:lnTo>
                <a:cubicBezTo>
                  <a:pt x="3035193" y="2136135"/>
                  <a:pt x="3032337" y="2134379"/>
                  <a:pt x="3026996" y="2134322"/>
                </a:cubicBezTo>
                <a:cubicBezTo>
                  <a:pt x="3037063" y="2116196"/>
                  <a:pt x="3024412" y="2127308"/>
                  <a:pt x="3007772" y="2128742"/>
                </a:cubicBezTo>
                <a:cubicBezTo>
                  <a:pt x="3019697" y="2100910"/>
                  <a:pt x="2971305" y="2115987"/>
                  <a:pt x="2965030" y="2100494"/>
                </a:cubicBezTo>
                <a:cubicBezTo>
                  <a:pt x="2952539" y="2102174"/>
                  <a:pt x="2939545" y="2103445"/>
                  <a:pt x="2926342" y="2104155"/>
                </a:cubicBezTo>
                <a:lnTo>
                  <a:pt x="2918608" y="2104215"/>
                </a:lnTo>
                <a:cubicBezTo>
                  <a:pt x="2918564" y="2104122"/>
                  <a:pt x="2918519" y="2104030"/>
                  <a:pt x="2918475" y="2103937"/>
                </a:cubicBezTo>
                <a:cubicBezTo>
                  <a:pt x="2916840" y="2103354"/>
                  <a:pt x="2914314" y="2103149"/>
                  <a:pt x="2910360" y="2103444"/>
                </a:cubicBezTo>
                <a:lnTo>
                  <a:pt x="2904507" y="2104326"/>
                </a:lnTo>
                <a:lnTo>
                  <a:pt x="2889503" y="2104443"/>
                </a:lnTo>
                <a:lnTo>
                  <a:pt x="2884480" y="2102626"/>
                </a:lnTo>
                <a:lnTo>
                  <a:pt x="2882689" y="2099228"/>
                </a:lnTo>
                <a:lnTo>
                  <a:pt x="2881291" y="2099618"/>
                </a:lnTo>
                <a:cubicBezTo>
                  <a:pt x="2870663" y="2105606"/>
                  <a:pt x="2867338" y="2114210"/>
                  <a:pt x="2853979" y="2090388"/>
                </a:cubicBezTo>
                <a:cubicBezTo>
                  <a:pt x="2829652" y="2100099"/>
                  <a:pt x="2824975" y="2085577"/>
                  <a:pt x="2791790" y="2080332"/>
                </a:cubicBezTo>
                <a:cubicBezTo>
                  <a:pt x="2777850" y="2089504"/>
                  <a:pt x="2766709" y="2086170"/>
                  <a:pt x="2755844" y="2078874"/>
                </a:cubicBezTo>
                <a:cubicBezTo>
                  <a:pt x="2723488" y="2083049"/>
                  <a:pt x="2694065" y="2072780"/>
                  <a:pt x="2657742" y="2070179"/>
                </a:cubicBezTo>
                <a:cubicBezTo>
                  <a:pt x="2618372" y="2082020"/>
                  <a:pt x="2598368" y="2060559"/>
                  <a:pt x="2559549" y="2057873"/>
                </a:cubicBezTo>
                <a:cubicBezTo>
                  <a:pt x="2525789" y="2078403"/>
                  <a:pt x="2531908" y="2039838"/>
                  <a:pt x="2512054" y="2031671"/>
                </a:cubicBezTo>
                <a:lnTo>
                  <a:pt x="2506437" y="2030918"/>
                </a:lnTo>
                <a:lnTo>
                  <a:pt x="2491752" y="2033906"/>
                </a:lnTo>
                <a:lnTo>
                  <a:pt x="2486338" y="2035862"/>
                </a:lnTo>
                <a:cubicBezTo>
                  <a:pt x="2482568" y="2036899"/>
                  <a:pt x="2480011" y="2037191"/>
                  <a:pt x="2478186" y="2036953"/>
                </a:cubicBezTo>
                <a:lnTo>
                  <a:pt x="2477950" y="2036715"/>
                </a:lnTo>
                <a:lnTo>
                  <a:pt x="2470381" y="2038256"/>
                </a:lnTo>
                <a:cubicBezTo>
                  <a:pt x="2457686" y="2041461"/>
                  <a:pt x="2445410" y="2045155"/>
                  <a:pt x="2433781" y="2049140"/>
                </a:cubicBezTo>
                <a:cubicBezTo>
                  <a:pt x="2421781" y="2035703"/>
                  <a:pt x="2379959" y="2059234"/>
                  <a:pt x="2381172" y="2030645"/>
                </a:cubicBezTo>
                <a:cubicBezTo>
                  <a:pt x="2365380" y="2035192"/>
                  <a:pt x="2357148" y="2048120"/>
                  <a:pt x="2360198" y="2029059"/>
                </a:cubicBezTo>
                <a:cubicBezTo>
                  <a:pt x="2354933" y="2030031"/>
                  <a:pt x="2351467" y="2028919"/>
                  <a:pt x="2348815" y="2026798"/>
                </a:cubicBezTo>
                <a:lnTo>
                  <a:pt x="2347988" y="2025745"/>
                </a:lnTo>
                <a:lnTo>
                  <a:pt x="2312920" y="2036311"/>
                </a:lnTo>
                <a:lnTo>
                  <a:pt x="2307986" y="2035583"/>
                </a:lnTo>
                <a:lnTo>
                  <a:pt x="2285481" y="2045197"/>
                </a:lnTo>
                <a:lnTo>
                  <a:pt x="2273666" y="2048710"/>
                </a:lnTo>
                <a:lnTo>
                  <a:pt x="2270719" y="2052702"/>
                </a:lnTo>
                <a:cubicBezTo>
                  <a:pt x="2267315" y="2055347"/>
                  <a:pt x="2262161" y="2056992"/>
                  <a:pt x="2253080" y="2056363"/>
                </a:cubicBezTo>
                <a:lnTo>
                  <a:pt x="2250906" y="2055654"/>
                </a:lnTo>
                <a:lnTo>
                  <a:pt x="2236905" y="2062882"/>
                </a:lnTo>
                <a:cubicBezTo>
                  <a:pt x="2232493" y="2065942"/>
                  <a:pt x="2228705" y="2069583"/>
                  <a:pt x="2225830" y="2074027"/>
                </a:cubicBezTo>
                <a:cubicBezTo>
                  <a:pt x="2173117" y="2059597"/>
                  <a:pt x="2128486" y="2085502"/>
                  <a:pt x="2073776" y="2089244"/>
                </a:cubicBezTo>
                <a:cubicBezTo>
                  <a:pt x="2046050" y="2059365"/>
                  <a:pt x="1957570" y="2112693"/>
                  <a:pt x="1948256" y="2146616"/>
                </a:cubicBezTo>
                <a:cubicBezTo>
                  <a:pt x="1943005" y="2109192"/>
                  <a:pt x="1832736" y="2206239"/>
                  <a:pt x="1865582" y="2153738"/>
                </a:cubicBezTo>
                <a:cubicBezTo>
                  <a:pt x="1847376" y="2159567"/>
                  <a:pt x="1826258" y="2147592"/>
                  <a:pt x="1835210" y="2134244"/>
                </a:cubicBezTo>
                <a:cubicBezTo>
                  <a:pt x="1781916" y="2167476"/>
                  <a:pt x="1695112" y="2153556"/>
                  <a:pt x="1632661" y="2173882"/>
                </a:cubicBezTo>
                <a:cubicBezTo>
                  <a:pt x="1594177" y="2150642"/>
                  <a:pt x="1616426" y="2173975"/>
                  <a:pt x="1579590" y="2173680"/>
                </a:cubicBezTo>
                <a:cubicBezTo>
                  <a:pt x="1592812" y="2198112"/>
                  <a:pt x="1533818" y="2165220"/>
                  <a:pt x="1535601" y="2194590"/>
                </a:cubicBezTo>
                <a:cubicBezTo>
                  <a:pt x="1528840" y="2193608"/>
                  <a:pt x="1522236" y="2191728"/>
                  <a:pt x="1515594" y="2189622"/>
                </a:cubicBezTo>
                <a:lnTo>
                  <a:pt x="1512113" y="2188534"/>
                </a:lnTo>
                <a:lnTo>
                  <a:pt x="1498838" y="2189213"/>
                </a:lnTo>
                <a:lnTo>
                  <a:pt x="1494279" y="2183112"/>
                </a:lnTo>
                <a:lnTo>
                  <a:pt x="1473714" y="2179625"/>
                </a:lnTo>
                <a:cubicBezTo>
                  <a:pt x="1466138" y="2179292"/>
                  <a:pt x="1458132" y="2180071"/>
                  <a:pt x="1449503" y="2182633"/>
                </a:cubicBezTo>
                <a:lnTo>
                  <a:pt x="1266687" y="2212688"/>
                </a:lnTo>
                <a:cubicBezTo>
                  <a:pt x="1256792" y="2212722"/>
                  <a:pt x="1247024" y="2217857"/>
                  <a:pt x="1239614" y="2209727"/>
                </a:cubicBezTo>
                <a:cubicBezTo>
                  <a:pt x="1228778" y="2200326"/>
                  <a:pt x="1202276" y="2223497"/>
                  <a:pt x="1202436" y="2209817"/>
                </a:cubicBezTo>
                <a:cubicBezTo>
                  <a:pt x="1183471" y="2225854"/>
                  <a:pt x="1157340" y="2206849"/>
                  <a:pt x="1136097" y="2205112"/>
                </a:cubicBezTo>
                <a:cubicBezTo>
                  <a:pt x="1100396" y="2209415"/>
                  <a:pt x="1013922" y="2231219"/>
                  <a:pt x="988232" y="2235635"/>
                </a:cubicBezTo>
                <a:cubicBezTo>
                  <a:pt x="986445" y="2234079"/>
                  <a:pt x="984332" y="2232722"/>
                  <a:pt x="981959" y="2231607"/>
                </a:cubicBezTo>
                <a:cubicBezTo>
                  <a:pt x="968170" y="2225130"/>
                  <a:pt x="948759" y="2228043"/>
                  <a:pt x="938600" y="2238113"/>
                </a:cubicBezTo>
                <a:cubicBezTo>
                  <a:pt x="888371" y="2272824"/>
                  <a:pt x="837950" y="2280135"/>
                  <a:pt x="791788" y="2293224"/>
                </a:cubicBezTo>
                <a:cubicBezTo>
                  <a:pt x="739035" y="2305159"/>
                  <a:pt x="769009" y="2269676"/>
                  <a:pt x="706914" y="2305046"/>
                </a:cubicBezTo>
                <a:cubicBezTo>
                  <a:pt x="697882" y="2295919"/>
                  <a:pt x="689339" y="2296797"/>
                  <a:pt x="675971" y="2304030"/>
                </a:cubicBezTo>
                <a:cubicBezTo>
                  <a:pt x="650201" y="2309060"/>
                  <a:pt x="647591" y="2282853"/>
                  <a:pt x="624180" y="2302650"/>
                </a:cubicBezTo>
                <a:cubicBezTo>
                  <a:pt x="626400" y="2287987"/>
                  <a:pt x="574045" y="2305175"/>
                  <a:pt x="583453" y="2288788"/>
                </a:cubicBezTo>
                <a:cubicBezTo>
                  <a:pt x="564313" y="2278832"/>
                  <a:pt x="559671" y="2301039"/>
                  <a:pt x="540946" y="2292721"/>
                </a:cubicBezTo>
                <a:cubicBezTo>
                  <a:pt x="521576" y="2293191"/>
                  <a:pt x="554439" y="2305843"/>
                  <a:pt x="533680" y="2310233"/>
                </a:cubicBezTo>
                <a:cubicBezTo>
                  <a:pt x="508069" y="2313043"/>
                  <a:pt x="512638" y="2338541"/>
                  <a:pt x="487366" y="2309053"/>
                </a:cubicBezTo>
                <a:cubicBezTo>
                  <a:pt x="462164" y="2321083"/>
                  <a:pt x="454441" y="2307251"/>
                  <a:pt x="416820" y="2305443"/>
                </a:cubicBezTo>
                <a:cubicBezTo>
                  <a:pt x="403012" y="2315890"/>
                  <a:pt x="390105" y="2313733"/>
                  <a:pt x="376805" y="2307647"/>
                </a:cubicBezTo>
                <a:cubicBezTo>
                  <a:pt x="341751" y="2315035"/>
                  <a:pt x="307408" y="2307897"/>
                  <a:pt x="266777" y="2309012"/>
                </a:cubicBezTo>
                <a:cubicBezTo>
                  <a:pt x="225310" y="2324664"/>
                  <a:pt x="199419" y="2305548"/>
                  <a:pt x="156013" y="2306832"/>
                </a:cubicBezTo>
                <a:cubicBezTo>
                  <a:pt x="117457" y="2333851"/>
                  <a:pt x="122965" y="2279562"/>
                  <a:pt x="87258" y="2285511"/>
                </a:cubicBezTo>
                <a:cubicBezTo>
                  <a:pt x="38977" y="2309189"/>
                  <a:pt x="74043" y="2277969"/>
                  <a:pt x="23798" y="2281822"/>
                </a:cubicBezTo>
                <a:lnTo>
                  <a:pt x="0" y="2285369"/>
                </a:lnTo>
                <a:lnTo>
                  <a:pt x="0" y="0"/>
                </a:ln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bg2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2005392-B411-D074-AE1B-E437F78A5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01" y="509587"/>
            <a:ext cx="7649239" cy="742951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36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How this workshop series will work</a:t>
            </a:r>
          </a:p>
        </p:txBody>
      </p:sp>
      <p:pic>
        <p:nvPicPr>
          <p:cNvPr id="5" name="Content Placeholder 4" descr="A close-up of a black background&#10;&#10;AI-generated content may be incorrect.">
            <a:extLst>
              <a:ext uri="{FF2B5EF4-FFF2-40B4-BE49-F238E27FC236}">
                <a16:creationId xmlns:a16="http://schemas.microsoft.com/office/drawing/2014/main" id="{B987E2B8-7E8F-97DE-34C2-3169A58F09A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684775" y="2072640"/>
            <a:ext cx="8810575" cy="4128135"/>
          </a:xfrm>
          <a:prstGeom prst="rect">
            <a:avLst/>
          </a:prstGeom>
        </p:spPr>
      </p:pic>
      <p:sp>
        <p:nvSpPr>
          <p:cNvPr id="30" name="Freeform: Shape 26">
            <a:extLst>
              <a:ext uri="{FF2B5EF4-FFF2-40B4-BE49-F238E27FC236}">
                <a16:creationId xmlns:a16="http://schemas.microsoft.com/office/drawing/2014/main" id="{DEB62645-D4DA-4E99-8344-B1536F63D1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307088" y="6277971"/>
            <a:ext cx="6884912" cy="580030"/>
          </a:xfrm>
          <a:custGeom>
            <a:avLst/>
            <a:gdLst>
              <a:gd name="connsiteX0" fmla="*/ 6884912 w 6884912"/>
              <a:gd name="connsiteY0" fmla="*/ 0 h 1161397"/>
              <a:gd name="connsiteX1" fmla="*/ 6884912 w 6884912"/>
              <a:gd name="connsiteY1" fmla="*/ 1161397 h 1161397"/>
              <a:gd name="connsiteX2" fmla="*/ 0 w 6884912"/>
              <a:gd name="connsiteY2" fmla="*/ 1161397 h 1161397"/>
              <a:gd name="connsiteX3" fmla="*/ 27135 w 6884912"/>
              <a:gd name="connsiteY3" fmla="*/ 1147460 h 1161397"/>
              <a:gd name="connsiteX4" fmla="*/ 115388 w 6884912"/>
              <a:gd name="connsiteY4" fmla="*/ 1159043 h 1161397"/>
              <a:gd name="connsiteX5" fmla="*/ 119094 w 6884912"/>
              <a:gd name="connsiteY5" fmla="*/ 1148463 h 1161397"/>
              <a:gd name="connsiteX6" fmla="*/ 171824 w 6884912"/>
              <a:gd name="connsiteY6" fmla="*/ 1133224 h 1161397"/>
              <a:gd name="connsiteX7" fmla="*/ 376455 w 6884912"/>
              <a:gd name="connsiteY7" fmla="*/ 1137381 h 1161397"/>
              <a:gd name="connsiteX8" fmla="*/ 478946 w 6884912"/>
              <a:gd name="connsiteY8" fmla="*/ 1106011 h 1161397"/>
              <a:gd name="connsiteX9" fmla="*/ 512111 w 6884912"/>
              <a:gd name="connsiteY9" fmla="*/ 1085599 h 1161397"/>
              <a:gd name="connsiteX10" fmla="*/ 567875 w 6884912"/>
              <a:gd name="connsiteY10" fmla="*/ 1051976 h 1161397"/>
              <a:gd name="connsiteX11" fmla="*/ 601644 w 6884912"/>
              <a:gd name="connsiteY11" fmla="*/ 1003997 h 1161397"/>
              <a:gd name="connsiteX12" fmla="*/ 651408 w 6884912"/>
              <a:gd name="connsiteY12" fmla="*/ 984938 h 1161397"/>
              <a:gd name="connsiteX13" fmla="*/ 673197 w 6884912"/>
              <a:gd name="connsiteY13" fmla="*/ 1010060 h 1161397"/>
              <a:gd name="connsiteX14" fmla="*/ 723108 w 6884912"/>
              <a:gd name="connsiteY14" fmla="*/ 980081 h 1161397"/>
              <a:gd name="connsiteX15" fmla="*/ 797699 w 6884912"/>
              <a:gd name="connsiteY15" fmla="*/ 931362 h 1161397"/>
              <a:gd name="connsiteX16" fmla="*/ 843359 w 6884912"/>
              <a:gd name="connsiteY16" fmla="*/ 910894 h 1161397"/>
              <a:gd name="connsiteX17" fmla="*/ 965215 w 6884912"/>
              <a:gd name="connsiteY17" fmla="*/ 846701 h 1161397"/>
              <a:gd name="connsiteX18" fmla="*/ 1085080 w 6884912"/>
              <a:gd name="connsiteY18" fmla="*/ 776086 h 1161397"/>
              <a:gd name="connsiteX19" fmla="*/ 1131224 w 6884912"/>
              <a:gd name="connsiteY19" fmla="*/ 706160 h 1161397"/>
              <a:gd name="connsiteX20" fmla="*/ 1138051 w 6884912"/>
              <a:gd name="connsiteY20" fmla="*/ 702034 h 1161397"/>
              <a:gd name="connsiteX21" fmla="*/ 1158800 w 6884912"/>
              <a:gd name="connsiteY21" fmla="*/ 700004 h 1161397"/>
              <a:gd name="connsiteX22" fmla="*/ 1166947 w 6884912"/>
              <a:gd name="connsiteY22" fmla="*/ 700762 h 1161397"/>
              <a:gd name="connsiteX23" fmla="*/ 1178135 w 6884912"/>
              <a:gd name="connsiteY23" fmla="*/ 698631 h 1161397"/>
              <a:gd name="connsiteX24" fmla="*/ 1178301 w 6884912"/>
              <a:gd name="connsiteY24" fmla="*/ 698094 h 1161397"/>
              <a:gd name="connsiteX25" fmla="*/ 1188995 w 6884912"/>
              <a:gd name="connsiteY25" fmla="*/ 697048 h 1161397"/>
              <a:gd name="connsiteX26" fmla="*/ 1242716 w 6884912"/>
              <a:gd name="connsiteY26" fmla="*/ 698052 h 1161397"/>
              <a:gd name="connsiteX27" fmla="*/ 1299977 w 6884912"/>
              <a:gd name="connsiteY27" fmla="*/ 639196 h 1161397"/>
              <a:gd name="connsiteX28" fmla="*/ 1326190 w 6884912"/>
              <a:gd name="connsiteY28" fmla="*/ 625955 h 1161397"/>
              <a:gd name="connsiteX29" fmla="*/ 1339600 w 6884912"/>
              <a:gd name="connsiteY29" fmla="*/ 616295 h 1161397"/>
              <a:gd name="connsiteX30" fmla="*/ 1340054 w 6884912"/>
              <a:gd name="connsiteY30" fmla="*/ 614022 h 1161397"/>
              <a:gd name="connsiteX31" fmla="*/ 1391606 w 6884912"/>
              <a:gd name="connsiteY31" fmla="*/ 615229 h 1161397"/>
              <a:gd name="connsiteX32" fmla="*/ 1397565 w 6884912"/>
              <a:gd name="connsiteY32" fmla="*/ 611490 h 1161397"/>
              <a:gd name="connsiteX33" fmla="*/ 1432302 w 6884912"/>
              <a:gd name="connsiteY33" fmla="*/ 617267 h 1161397"/>
              <a:gd name="connsiteX34" fmla="*/ 1449644 w 6884912"/>
              <a:gd name="connsiteY34" fmla="*/ 617591 h 1161397"/>
              <a:gd name="connsiteX35" fmla="*/ 1455793 w 6884912"/>
              <a:gd name="connsiteY35" fmla="*/ 623174 h 1161397"/>
              <a:gd name="connsiteX36" fmla="*/ 1480758 w 6884912"/>
              <a:gd name="connsiteY36" fmla="*/ 620863 h 1161397"/>
              <a:gd name="connsiteX37" fmla="*/ 1483154 w 6884912"/>
              <a:gd name="connsiteY37" fmla="*/ 618527 h 1161397"/>
              <a:gd name="connsiteX38" fmla="*/ 1505495 w 6884912"/>
              <a:gd name="connsiteY38" fmla="*/ 624325 h 1161397"/>
              <a:gd name="connsiteX39" fmla="*/ 1526340 w 6884912"/>
              <a:gd name="connsiteY39" fmla="*/ 638496 h 1161397"/>
              <a:gd name="connsiteX40" fmla="*/ 1731986 w 6884912"/>
              <a:gd name="connsiteY40" fmla="*/ 589682 h 1161397"/>
              <a:gd name="connsiteX41" fmla="*/ 1927935 w 6884912"/>
              <a:gd name="connsiteY41" fmla="*/ 628540 h 1161397"/>
              <a:gd name="connsiteX42" fmla="*/ 2039075 w 6884912"/>
              <a:gd name="connsiteY42" fmla="*/ 599964 h 1161397"/>
              <a:gd name="connsiteX43" fmla="*/ 2066980 w 6884912"/>
              <a:gd name="connsiteY43" fmla="*/ 550413 h 1161397"/>
              <a:gd name="connsiteX44" fmla="*/ 2352236 w 6884912"/>
              <a:gd name="connsiteY44" fmla="*/ 519602 h 1161397"/>
              <a:gd name="connsiteX45" fmla="*/ 2420791 w 6884912"/>
              <a:gd name="connsiteY45" fmla="*/ 492826 h 1161397"/>
              <a:gd name="connsiteX46" fmla="*/ 2489932 w 6884912"/>
              <a:gd name="connsiteY46" fmla="*/ 507864 h 1161397"/>
              <a:gd name="connsiteX47" fmla="*/ 2512917 w 6884912"/>
              <a:gd name="connsiteY47" fmla="*/ 489127 h 1161397"/>
              <a:gd name="connsiteX48" fmla="*/ 2516783 w 6884912"/>
              <a:gd name="connsiteY48" fmla="*/ 485473 h 1161397"/>
              <a:gd name="connsiteX49" fmla="*/ 2534360 w 6884912"/>
              <a:gd name="connsiteY49" fmla="*/ 480064 h 1161397"/>
              <a:gd name="connsiteX50" fmla="*/ 2536691 w 6884912"/>
              <a:gd name="connsiteY50" fmla="*/ 467018 h 1161397"/>
              <a:gd name="connsiteX51" fmla="*/ 2561265 w 6884912"/>
              <a:gd name="connsiteY51" fmla="*/ 450623 h 1161397"/>
              <a:gd name="connsiteX52" fmla="*/ 2594349 w 6884912"/>
              <a:gd name="connsiteY52" fmla="*/ 443884 h 1161397"/>
              <a:gd name="connsiteX53" fmla="*/ 2754324 w 6884912"/>
              <a:gd name="connsiteY53" fmla="*/ 424766 h 1161397"/>
              <a:gd name="connsiteX54" fmla="*/ 2848470 w 6884912"/>
              <a:gd name="connsiteY54" fmla="*/ 405966 h 1161397"/>
              <a:gd name="connsiteX55" fmla="*/ 2881772 w 6884912"/>
              <a:gd name="connsiteY55" fmla="*/ 387260 h 1161397"/>
              <a:gd name="connsiteX56" fmla="*/ 2929932 w 6884912"/>
              <a:gd name="connsiteY56" fmla="*/ 368912 h 1161397"/>
              <a:gd name="connsiteX57" fmla="*/ 3013020 w 6884912"/>
              <a:gd name="connsiteY57" fmla="*/ 327578 h 1161397"/>
              <a:gd name="connsiteX58" fmla="*/ 3127968 w 6884912"/>
              <a:gd name="connsiteY58" fmla="*/ 287613 h 1161397"/>
              <a:gd name="connsiteX59" fmla="*/ 3222191 w 6884912"/>
              <a:gd name="connsiteY59" fmla="*/ 307887 h 1161397"/>
              <a:gd name="connsiteX60" fmla="*/ 3227953 w 6884912"/>
              <a:gd name="connsiteY60" fmla="*/ 297650 h 1161397"/>
              <a:gd name="connsiteX61" fmla="*/ 3287859 w 6884912"/>
              <a:gd name="connsiteY61" fmla="*/ 287558 h 1161397"/>
              <a:gd name="connsiteX62" fmla="*/ 3510042 w 6884912"/>
              <a:gd name="connsiteY62" fmla="*/ 311820 h 1161397"/>
              <a:gd name="connsiteX63" fmla="*/ 3626773 w 6884912"/>
              <a:gd name="connsiteY63" fmla="*/ 290452 h 1161397"/>
              <a:gd name="connsiteX64" fmla="*/ 3666217 w 6884912"/>
              <a:gd name="connsiteY64" fmla="*/ 273255 h 1161397"/>
              <a:gd name="connsiteX65" fmla="*/ 3732427 w 6884912"/>
              <a:gd name="connsiteY65" fmla="*/ 245039 h 1161397"/>
              <a:gd name="connsiteX66" fmla="*/ 3777022 w 6884912"/>
              <a:gd name="connsiteY66" fmla="*/ 200276 h 1161397"/>
              <a:gd name="connsiteX67" fmla="*/ 3791246 w 6884912"/>
              <a:gd name="connsiteY67" fmla="*/ 189996 h 1161397"/>
              <a:gd name="connsiteX68" fmla="*/ 3819864 w 6884912"/>
              <a:gd name="connsiteY68" fmla="*/ 194605 h 1161397"/>
              <a:gd name="connsiteX69" fmla="*/ 3830398 w 6884912"/>
              <a:gd name="connsiteY69" fmla="*/ 188383 h 1161397"/>
              <a:gd name="connsiteX70" fmla="*/ 3834360 w 6884912"/>
              <a:gd name="connsiteY70" fmla="*/ 188992 h 1161397"/>
              <a:gd name="connsiteX71" fmla="*/ 3843715 w 6884912"/>
              <a:gd name="connsiteY71" fmla="*/ 188752 h 1161397"/>
              <a:gd name="connsiteX72" fmla="*/ 3842609 w 6884912"/>
              <a:gd name="connsiteY72" fmla="*/ 197386 h 1161397"/>
              <a:gd name="connsiteX73" fmla="*/ 3853961 w 6884912"/>
              <a:gd name="connsiteY73" fmla="*/ 213380 h 1161397"/>
              <a:gd name="connsiteX74" fmla="*/ 3907640 w 6884912"/>
              <a:gd name="connsiteY74" fmla="*/ 207568 h 1161397"/>
              <a:gd name="connsiteX75" fmla="*/ 3910449 w 6884912"/>
              <a:gd name="connsiteY75" fmla="*/ 197808 h 1161397"/>
              <a:gd name="connsiteX76" fmla="*/ 3917197 w 6884912"/>
              <a:gd name="connsiteY76" fmla="*/ 196121 h 1161397"/>
              <a:gd name="connsiteX77" fmla="*/ 3922400 w 6884912"/>
              <a:gd name="connsiteY77" fmla="*/ 205056 h 1161397"/>
              <a:gd name="connsiteX78" fmla="*/ 4013061 w 6884912"/>
              <a:gd name="connsiteY78" fmla="*/ 224874 h 1161397"/>
              <a:gd name="connsiteX79" fmla="*/ 4134285 w 6884912"/>
              <a:gd name="connsiteY79" fmla="*/ 235592 h 1161397"/>
              <a:gd name="connsiteX80" fmla="*/ 4220717 w 6884912"/>
              <a:gd name="connsiteY80" fmla="*/ 192946 h 1161397"/>
              <a:gd name="connsiteX81" fmla="*/ 4228802 w 6884912"/>
              <a:gd name="connsiteY81" fmla="*/ 201468 h 1161397"/>
              <a:gd name="connsiteX82" fmla="*/ 4289361 w 6884912"/>
              <a:gd name="connsiteY82" fmla="*/ 196642 h 1161397"/>
              <a:gd name="connsiteX83" fmla="*/ 4498913 w 6884912"/>
              <a:gd name="connsiteY83" fmla="*/ 118915 h 1161397"/>
              <a:gd name="connsiteX84" fmla="*/ 4617330 w 6884912"/>
              <a:gd name="connsiteY84" fmla="*/ 111163 h 1161397"/>
              <a:gd name="connsiteX85" fmla="*/ 4659778 w 6884912"/>
              <a:gd name="connsiteY85" fmla="*/ 118219 h 1161397"/>
              <a:gd name="connsiteX86" fmla="*/ 4730870 w 6884912"/>
              <a:gd name="connsiteY86" fmla="*/ 129432 h 1161397"/>
              <a:gd name="connsiteX87" fmla="*/ 4785037 w 6884912"/>
              <a:gd name="connsiteY87" fmla="*/ 161964 h 1161397"/>
              <a:gd name="connsiteX88" fmla="*/ 4844073 w 6884912"/>
              <a:gd name="connsiteY88" fmla="*/ 161768 h 1161397"/>
              <a:gd name="connsiteX89" fmla="*/ 4856454 w 6884912"/>
              <a:gd name="connsiteY89" fmla="*/ 130488 h 1161397"/>
              <a:gd name="connsiteX90" fmla="*/ 4920038 w 6884912"/>
              <a:gd name="connsiteY90" fmla="*/ 140418 h 1161397"/>
              <a:gd name="connsiteX91" fmla="*/ 5016639 w 6884912"/>
              <a:gd name="connsiteY91" fmla="*/ 158905 h 1161397"/>
              <a:gd name="connsiteX92" fmla="*/ 5072009 w 6884912"/>
              <a:gd name="connsiteY92" fmla="*/ 161502 h 1161397"/>
              <a:gd name="connsiteX93" fmla="*/ 5223626 w 6884912"/>
              <a:gd name="connsiteY93" fmla="*/ 177356 h 1161397"/>
              <a:gd name="connsiteX94" fmla="*/ 5375773 w 6884912"/>
              <a:gd name="connsiteY94" fmla="*/ 199913 h 1161397"/>
              <a:gd name="connsiteX95" fmla="*/ 5467502 w 6884912"/>
              <a:gd name="connsiteY95" fmla="*/ 250963 h 1161397"/>
              <a:gd name="connsiteX96" fmla="*/ 5592395 w 6884912"/>
              <a:gd name="connsiteY96" fmla="*/ 265434 h 1161397"/>
              <a:gd name="connsiteX97" fmla="*/ 5613532 w 6884912"/>
              <a:gd name="connsiteY97" fmla="*/ 273379 h 1161397"/>
              <a:gd name="connsiteX98" fmla="*/ 5642173 w 6884912"/>
              <a:gd name="connsiteY98" fmla="*/ 266904 h 1161397"/>
              <a:gd name="connsiteX99" fmla="*/ 5756910 w 6884912"/>
              <a:gd name="connsiteY99" fmla="*/ 239211 h 1161397"/>
              <a:gd name="connsiteX100" fmla="*/ 5846667 w 6884912"/>
              <a:gd name="connsiteY100" fmla="*/ 201786 h 1161397"/>
              <a:gd name="connsiteX101" fmla="*/ 5960732 w 6884912"/>
              <a:gd name="connsiteY101" fmla="*/ 220708 h 1161397"/>
              <a:gd name="connsiteX102" fmla="*/ 6029542 w 6884912"/>
              <a:gd name="connsiteY102" fmla="*/ 210339 h 1161397"/>
              <a:gd name="connsiteX103" fmla="*/ 6141123 w 6884912"/>
              <a:gd name="connsiteY103" fmla="*/ 159923 h 1161397"/>
              <a:gd name="connsiteX104" fmla="*/ 6290640 w 6884912"/>
              <a:gd name="connsiteY104" fmla="*/ 167441 h 1161397"/>
              <a:gd name="connsiteX105" fmla="*/ 6322806 w 6884912"/>
              <a:gd name="connsiteY105" fmla="*/ 213293 h 1161397"/>
              <a:gd name="connsiteX106" fmla="*/ 6364914 w 6884912"/>
              <a:gd name="connsiteY106" fmla="*/ 240140 h 1161397"/>
              <a:gd name="connsiteX107" fmla="*/ 6380420 w 6884912"/>
              <a:gd name="connsiteY107" fmla="*/ 173195 h 1161397"/>
              <a:gd name="connsiteX108" fmla="*/ 6507891 w 6884912"/>
              <a:gd name="connsiteY108" fmla="*/ 118474 h 1161397"/>
              <a:gd name="connsiteX109" fmla="*/ 6571807 w 6884912"/>
              <a:gd name="connsiteY109" fmla="*/ 98636 h 1161397"/>
              <a:gd name="connsiteX110" fmla="*/ 6671880 w 6884912"/>
              <a:gd name="connsiteY110" fmla="*/ 82931 h 1161397"/>
              <a:gd name="connsiteX111" fmla="*/ 6702266 w 6884912"/>
              <a:gd name="connsiteY111" fmla="*/ 75470 h 1161397"/>
              <a:gd name="connsiteX112" fmla="*/ 6845802 w 6884912"/>
              <a:gd name="connsiteY112" fmla="*/ 24496 h 11613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</a:cxnLst>
            <a:rect l="l" t="t" r="r" b="b"/>
            <a:pathLst>
              <a:path w="6884912" h="1161397">
                <a:moveTo>
                  <a:pt x="6884912" y="0"/>
                </a:moveTo>
                <a:lnTo>
                  <a:pt x="6884912" y="1161397"/>
                </a:lnTo>
                <a:lnTo>
                  <a:pt x="0" y="1161397"/>
                </a:lnTo>
                <a:lnTo>
                  <a:pt x="27135" y="1147460"/>
                </a:lnTo>
                <a:cubicBezTo>
                  <a:pt x="57431" y="1167048"/>
                  <a:pt x="61886" y="1135904"/>
                  <a:pt x="115388" y="1159043"/>
                </a:cubicBezTo>
                <a:cubicBezTo>
                  <a:pt x="116121" y="1155340"/>
                  <a:pt x="117370" y="1151777"/>
                  <a:pt x="119094" y="1148463"/>
                </a:cubicBezTo>
                <a:cubicBezTo>
                  <a:pt x="129121" y="1129214"/>
                  <a:pt x="152727" y="1122391"/>
                  <a:pt x="171824" y="1133224"/>
                </a:cubicBezTo>
                <a:cubicBezTo>
                  <a:pt x="254344" y="1161369"/>
                  <a:pt x="315458" y="1143220"/>
                  <a:pt x="376455" y="1137381"/>
                </a:cubicBezTo>
                <a:cubicBezTo>
                  <a:pt x="443775" y="1125614"/>
                  <a:pt x="382885" y="1083927"/>
                  <a:pt x="478946" y="1106011"/>
                </a:cubicBezTo>
                <a:cubicBezTo>
                  <a:pt x="481662" y="1085172"/>
                  <a:pt x="491731" y="1081489"/>
                  <a:pt x="512111" y="1085599"/>
                </a:cubicBezTo>
                <a:cubicBezTo>
                  <a:pt x="544368" y="1078502"/>
                  <a:pt x="526559" y="1032754"/>
                  <a:pt x="567875" y="1051976"/>
                </a:cubicBezTo>
                <a:cubicBezTo>
                  <a:pt x="553871" y="1028602"/>
                  <a:pt x="624901" y="1025930"/>
                  <a:pt x="601644" y="1003997"/>
                </a:cubicBezTo>
                <a:cubicBezTo>
                  <a:pt x="614803" y="975652"/>
                  <a:pt x="637415" y="1010272"/>
                  <a:pt x="651408" y="984938"/>
                </a:cubicBezTo>
                <a:cubicBezTo>
                  <a:pt x="673042" y="974024"/>
                  <a:pt x="646948" y="1015207"/>
                  <a:pt x="673197" y="1010060"/>
                </a:cubicBezTo>
                <a:cubicBezTo>
                  <a:pt x="703527" y="999318"/>
                  <a:pt x="718626" y="1045053"/>
                  <a:pt x="723108" y="980081"/>
                </a:cubicBezTo>
                <a:cubicBezTo>
                  <a:pt x="760262" y="985126"/>
                  <a:pt x="757827" y="957145"/>
                  <a:pt x="797699" y="931362"/>
                </a:cubicBezTo>
                <a:cubicBezTo>
                  <a:pt x="821097" y="940623"/>
                  <a:pt x="833565" y="929189"/>
                  <a:pt x="843359" y="910894"/>
                </a:cubicBezTo>
                <a:cubicBezTo>
                  <a:pt x="887668" y="902160"/>
                  <a:pt x="919738" y="869376"/>
                  <a:pt x="965215" y="846701"/>
                </a:cubicBezTo>
                <a:cubicBezTo>
                  <a:pt x="1023081" y="848019"/>
                  <a:pt x="1036422" y="800154"/>
                  <a:pt x="1085080" y="776086"/>
                </a:cubicBezTo>
                <a:cubicBezTo>
                  <a:pt x="1140763" y="795544"/>
                  <a:pt x="1110309" y="730471"/>
                  <a:pt x="1131224" y="706160"/>
                </a:cubicBezTo>
                <a:lnTo>
                  <a:pt x="1138051" y="702034"/>
                </a:lnTo>
                <a:lnTo>
                  <a:pt x="1158800" y="700004"/>
                </a:lnTo>
                <a:lnTo>
                  <a:pt x="1166947" y="700762"/>
                </a:lnTo>
                <a:cubicBezTo>
                  <a:pt x="1172432" y="700717"/>
                  <a:pt x="1175913" y="699961"/>
                  <a:pt x="1178135" y="698631"/>
                </a:cubicBezTo>
                <a:lnTo>
                  <a:pt x="1178301" y="698094"/>
                </a:lnTo>
                <a:lnTo>
                  <a:pt x="1188995" y="697048"/>
                </a:lnTo>
                <a:cubicBezTo>
                  <a:pt x="1207294" y="696390"/>
                  <a:pt x="1225337" y="696802"/>
                  <a:pt x="1242716" y="698052"/>
                </a:cubicBezTo>
                <a:cubicBezTo>
                  <a:pt x="1250387" y="668345"/>
                  <a:pt x="1318259" y="689091"/>
                  <a:pt x="1299977" y="639196"/>
                </a:cubicBezTo>
                <a:cubicBezTo>
                  <a:pt x="1323072" y="639367"/>
                  <a:pt x="1341279" y="658105"/>
                  <a:pt x="1326190" y="625955"/>
                </a:cubicBezTo>
                <a:cubicBezTo>
                  <a:pt x="1333572" y="625050"/>
                  <a:pt x="1337406" y="621362"/>
                  <a:pt x="1339600" y="616295"/>
                </a:cubicBezTo>
                <a:lnTo>
                  <a:pt x="1340054" y="614022"/>
                </a:lnTo>
                <a:lnTo>
                  <a:pt x="1391606" y="615229"/>
                </a:lnTo>
                <a:lnTo>
                  <a:pt x="1397565" y="611490"/>
                </a:lnTo>
                <a:lnTo>
                  <a:pt x="1432302" y="617267"/>
                </a:lnTo>
                <a:lnTo>
                  <a:pt x="1449644" y="617591"/>
                </a:lnTo>
                <a:lnTo>
                  <a:pt x="1455793" y="623174"/>
                </a:lnTo>
                <a:cubicBezTo>
                  <a:pt x="1461744" y="626151"/>
                  <a:pt x="1469373" y="626493"/>
                  <a:pt x="1480758" y="620863"/>
                </a:cubicBezTo>
                <a:lnTo>
                  <a:pt x="1483154" y="618527"/>
                </a:lnTo>
                <a:lnTo>
                  <a:pt x="1505495" y="624325"/>
                </a:lnTo>
                <a:cubicBezTo>
                  <a:pt x="1512992" y="627532"/>
                  <a:pt x="1520025" y="632078"/>
                  <a:pt x="1526340" y="638496"/>
                </a:cubicBezTo>
                <a:cubicBezTo>
                  <a:pt x="1586113" y="586768"/>
                  <a:pt x="1659006" y="610309"/>
                  <a:pt x="1731986" y="589682"/>
                </a:cubicBezTo>
                <a:cubicBezTo>
                  <a:pt x="1750397" y="523106"/>
                  <a:pt x="1896056" y="573257"/>
                  <a:pt x="1927935" y="628540"/>
                </a:cubicBezTo>
                <a:cubicBezTo>
                  <a:pt x="1912854" y="559823"/>
                  <a:pt x="2112261" y="676347"/>
                  <a:pt x="2039075" y="599964"/>
                </a:cubicBezTo>
                <a:cubicBezTo>
                  <a:pt x="2066036" y="601198"/>
                  <a:pt x="2086366" y="569532"/>
                  <a:pt x="2066980" y="550413"/>
                </a:cubicBezTo>
                <a:cubicBezTo>
                  <a:pt x="2155364" y="582582"/>
                  <a:pt x="2259548" y="514786"/>
                  <a:pt x="2352236" y="519602"/>
                </a:cubicBezTo>
                <a:cubicBezTo>
                  <a:pt x="2388450" y="459394"/>
                  <a:pt x="2373298" y="511682"/>
                  <a:pt x="2420791" y="492826"/>
                </a:cubicBezTo>
                <a:cubicBezTo>
                  <a:pt x="2417962" y="542563"/>
                  <a:pt x="2475071" y="455098"/>
                  <a:pt x="2489932" y="507864"/>
                </a:cubicBezTo>
                <a:cubicBezTo>
                  <a:pt x="2498105" y="502761"/>
                  <a:pt x="2505553" y="496153"/>
                  <a:pt x="2512917" y="489127"/>
                </a:cubicBezTo>
                <a:lnTo>
                  <a:pt x="2516783" y="485473"/>
                </a:lnTo>
                <a:lnTo>
                  <a:pt x="2534360" y="480064"/>
                </a:lnTo>
                <a:lnTo>
                  <a:pt x="2536691" y="467018"/>
                </a:lnTo>
                <a:lnTo>
                  <a:pt x="2561265" y="450623"/>
                </a:lnTo>
                <a:cubicBezTo>
                  <a:pt x="2570872" y="446262"/>
                  <a:pt x="2581686" y="443655"/>
                  <a:pt x="2594349" y="443884"/>
                </a:cubicBezTo>
                <a:cubicBezTo>
                  <a:pt x="2640435" y="464638"/>
                  <a:pt x="2696955" y="396361"/>
                  <a:pt x="2754324" y="424766"/>
                </a:cubicBezTo>
                <a:cubicBezTo>
                  <a:pt x="2775130" y="430896"/>
                  <a:pt x="2837731" y="423458"/>
                  <a:pt x="2848470" y="405966"/>
                </a:cubicBezTo>
                <a:cubicBezTo>
                  <a:pt x="2861295" y="401100"/>
                  <a:pt x="2876936" y="405309"/>
                  <a:pt x="2881772" y="387260"/>
                </a:cubicBezTo>
                <a:cubicBezTo>
                  <a:pt x="2890299" y="365261"/>
                  <a:pt x="2938134" y="392997"/>
                  <a:pt x="2929932" y="368912"/>
                </a:cubicBezTo>
                <a:cubicBezTo>
                  <a:pt x="2963844" y="387799"/>
                  <a:pt x="2986550" y="341223"/>
                  <a:pt x="3013020" y="327578"/>
                </a:cubicBezTo>
                <a:cubicBezTo>
                  <a:pt x="3040041" y="346996"/>
                  <a:pt x="3068934" y="299222"/>
                  <a:pt x="3127968" y="287613"/>
                </a:cubicBezTo>
                <a:cubicBezTo>
                  <a:pt x="3157770" y="310215"/>
                  <a:pt x="3167695" y="279445"/>
                  <a:pt x="3222191" y="307887"/>
                </a:cubicBezTo>
                <a:cubicBezTo>
                  <a:pt x="3223593" y="304249"/>
                  <a:pt x="3225533" y="300801"/>
                  <a:pt x="3227953" y="297650"/>
                </a:cubicBezTo>
                <a:cubicBezTo>
                  <a:pt x="3242008" y="279345"/>
                  <a:pt x="3268831" y="274825"/>
                  <a:pt x="3287859" y="287558"/>
                </a:cubicBezTo>
                <a:cubicBezTo>
                  <a:pt x="3373144" y="323866"/>
                  <a:pt x="3442657" y="311681"/>
                  <a:pt x="3510042" y="311820"/>
                </a:cubicBezTo>
                <a:cubicBezTo>
                  <a:pt x="3585274" y="306641"/>
                  <a:pt x="3525753" y="258887"/>
                  <a:pt x="3626773" y="290452"/>
                </a:cubicBezTo>
                <a:cubicBezTo>
                  <a:pt x="3633124" y="269835"/>
                  <a:pt x="3644693" y="267134"/>
                  <a:pt x="3666217" y="273255"/>
                </a:cubicBezTo>
                <a:cubicBezTo>
                  <a:pt x="3702502" y="269310"/>
                  <a:pt x="3690563" y="221720"/>
                  <a:pt x="3732427" y="245039"/>
                </a:cubicBezTo>
                <a:cubicBezTo>
                  <a:pt x="3720985" y="220241"/>
                  <a:pt x="3798776" y="224539"/>
                  <a:pt x="3777022" y="200276"/>
                </a:cubicBezTo>
                <a:cubicBezTo>
                  <a:pt x="3781759" y="193499"/>
                  <a:pt x="3786499" y="190723"/>
                  <a:pt x="3791246" y="189996"/>
                </a:cubicBezTo>
                <a:cubicBezTo>
                  <a:pt x="3800740" y="188542"/>
                  <a:pt x="3810265" y="195284"/>
                  <a:pt x="3819864" y="194605"/>
                </a:cubicBezTo>
                <a:lnTo>
                  <a:pt x="3830398" y="188383"/>
                </a:lnTo>
                <a:lnTo>
                  <a:pt x="3834360" y="188992"/>
                </a:lnTo>
                <a:lnTo>
                  <a:pt x="3843715" y="188752"/>
                </a:lnTo>
                <a:lnTo>
                  <a:pt x="3842609" y="197386"/>
                </a:lnTo>
                <a:cubicBezTo>
                  <a:pt x="3840673" y="205638"/>
                  <a:pt x="3839248" y="214671"/>
                  <a:pt x="3853961" y="213380"/>
                </a:cubicBezTo>
                <a:cubicBezTo>
                  <a:pt x="3884396" y="206569"/>
                  <a:pt x="3895082" y="241941"/>
                  <a:pt x="3907640" y="207568"/>
                </a:cubicBezTo>
                <a:lnTo>
                  <a:pt x="3910449" y="197808"/>
                </a:lnTo>
                <a:lnTo>
                  <a:pt x="3917197" y="196121"/>
                </a:lnTo>
                <a:cubicBezTo>
                  <a:pt x="3920833" y="196372"/>
                  <a:pt x="3922919" y="198717"/>
                  <a:pt x="3922400" y="205056"/>
                </a:cubicBezTo>
                <a:cubicBezTo>
                  <a:pt x="3950680" y="178467"/>
                  <a:pt x="3984062" y="218098"/>
                  <a:pt x="4013061" y="224874"/>
                </a:cubicBezTo>
                <a:cubicBezTo>
                  <a:pt x="4034530" y="199451"/>
                  <a:pt x="4074202" y="238734"/>
                  <a:pt x="4134285" y="235592"/>
                </a:cubicBezTo>
                <a:cubicBezTo>
                  <a:pt x="4157674" y="206403"/>
                  <a:pt x="4174806" y="233822"/>
                  <a:pt x="4220717" y="192946"/>
                </a:cubicBezTo>
                <a:cubicBezTo>
                  <a:pt x="4222964" y="196132"/>
                  <a:pt x="4225687" y="199002"/>
                  <a:pt x="4228802" y="201468"/>
                </a:cubicBezTo>
                <a:cubicBezTo>
                  <a:pt x="4246898" y="215792"/>
                  <a:pt x="4274013" y="213632"/>
                  <a:pt x="4289361" y="196642"/>
                </a:cubicBezTo>
                <a:cubicBezTo>
                  <a:pt x="4363212" y="140627"/>
                  <a:pt x="4433598" y="135488"/>
                  <a:pt x="4498913" y="118915"/>
                </a:cubicBezTo>
                <a:cubicBezTo>
                  <a:pt x="4573135" y="105586"/>
                  <a:pt x="4527062" y="166416"/>
                  <a:pt x="4617330" y="111163"/>
                </a:cubicBezTo>
                <a:cubicBezTo>
                  <a:pt x="4628518" y="129608"/>
                  <a:pt x="4640397" y="129405"/>
                  <a:pt x="4659778" y="118219"/>
                </a:cubicBezTo>
                <a:cubicBezTo>
                  <a:pt x="4695929" y="113193"/>
                  <a:pt x="4695958" y="162259"/>
                  <a:pt x="4730870" y="129432"/>
                </a:cubicBezTo>
                <a:cubicBezTo>
                  <a:pt x="4725822" y="156271"/>
                  <a:pt x="4800214" y="133127"/>
                  <a:pt x="4785037" y="161964"/>
                </a:cubicBezTo>
                <a:cubicBezTo>
                  <a:pt x="4810025" y="183633"/>
                  <a:pt x="4819434" y="143205"/>
                  <a:pt x="4844073" y="161768"/>
                </a:cubicBezTo>
                <a:cubicBezTo>
                  <a:pt x="4870797" y="164132"/>
                  <a:pt x="4827288" y="135164"/>
                  <a:pt x="4856454" y="130488"/>
                </a:cubicBezTo>
                <a:cubicBezTo>
                  <a:pt x="4892086" y="129553"/>
                  <a:pt x="4889263" y="81477"/>
                  <a:pt x="4920038" y="140418"/>
                </a:cubicBezTo>
                <a:cubicBezTo>
                  <a:pt x="4956358" y="122308"/>
                  <a:pt x="4965108" y="149263"/>
                  <a:pt x="5016639" y="158905"/>
                </a:cubicBezTo>
                <a:cubicBezTo>
                  <a:pt x="5037063" y="141828"/>
                  <a:pt x="5054534" y="147986"/>
                  <a:pt x="5072009" y="161502"/>
                </a:cubicBezTo>
                <a:cubicBezTo>
                  <a:pt x="5121260" y="153653"/>
                  <a:pt x="5167555" y="172635"/>
                  <a:pt x="5223626" y="177356"/>
                </a:cubicBezTo>
                <a:cubicBezTo>
                  <a:pt x="5282824" y="155243"/>
                  <a:pt x="5315859" y="195041"/>
                  <a:pt x="5375773" y="199913"/>
                </a:cubicBezTo>
                <a:cubicBezTo>
                  <a:pt x="5432511" y="156218"/>
                  <a:pt x="5417550" y="256036"/>
                  <a:pt x="5467502" y="250963"/>
                </a:cubicBezTo>
                <a:cubicBezTo>
                  <a:pt x="5547124" y="209975"/>
                  <a:pt x="5467171" y="283839"/>
                  <a:pt x="5592395" y="265434"/>
                </a:cubicBezTo>
                <a:cubicBezTo>
                  <a:pt x="5599201" y="258867"/>
                  <a:pt x="5614752" y="264706"/>
                  <a:pt x="5613532" y="273379"/>
                </a:cubicBezTo>
                <a:cubicBezTo>
                  <a:pt x="5621390" y="270408"/>
                  <a:pt x="5639720" y="253173"/>
                  <a:pt x="5642173" y="266904"/>
                </a:cubicBezTo>
                <a:cubicBezTo>
                  <a:pt x="5682296" y="267049"/>
                  <a:pt x="5721812" y="257513"/>
                  <a:pt x="5756910" y="239211"/>
                </a:cubicBezTo>
                <a:cubicBezTo>
                  <a:pt x="5834998" y="260050"/>
                  <a:pt x="5790596" y="197229"/>
                  <a:pt x="5846667" y="201786"/>
                </a:cubicBezTo>
                <a:cubicBezTo>
                  <a:pt x="5892444" y="227312"/>
                  <a:pt x="5908324" y="204527"/>
                  <a:pt x="5960732" y="220708"/>
                </a:cubicBezTo>
                <a:cubicBezTo>
                  <a:pt x="5977124" y="175349"/>
                  <a:pt x="6009640" y="223654"/>
                  <a:pt x="6029542" y="210339"/>
                </a:cubicBezTo>
                <a:cubicBezTo>
                  <a:pt x="6063108" y="261420"/>
                  <a:pt x="6107411" y="160034"/>
                  <a:pt x="6141123" y="159923"/>
                </a:cubicBezTo>
                <a:cubicBezTo>
                  <a:pt x="6198068" y="167749"/>
                  <a:pt x="6260628" y="219715"/>
                  <a:pt x="6290640" y="167441"/>
                </a:cubicBezTo>
                <a:cubicBezTo>
                  <a:pt x="6295193" y="188689"/>
                  <a:pt x="6290494" y="217816"/>
                  <a:pt x="6322806" y="213293"/>
                </a:cubicBezTo>
                <a:cubicBezTo>
                  <a:pt x="6335911" y="223881"/>
                  <a:pt x="6338726" y="256581"/>
                  <a:pt x="6364914" y="240140"/>
                </a:cubicBezTo>
                <a:cubicBezTo>
                  <a:pt x="6331888" y="211628"/>
                  <a:pt x="6385856" y="207033"/>
                  <a:pt x="6380420" y="173195"/>
                </a:cubicBezTo>
                <a:cubicBezTo>
                  <a:pt x="6420580" y="151473"/>
                  <a:pt x="6513519" y="179296"/>
                  <a:pt x="6507891" y="118474"/>
                </a:cubicBezTo>
                <a:cubicBezTo>
                  <a:pt x="6519398" y="82452"/>
                  <a:pt x="6571830" y="137398"/>
                  <a:pt x="6571807" y="98636"/>
                </a:cubicBezTo>
                <a:cubicBezTo>
                  <a:pt x="6594702" y="123421"/>
                  <a:pt x="6634676" y="82071"/>
                  <a:pt x="6671880" y="82931"/>
                </a:cubicBezTo>
                <a:cubicBezTo>
                  <a:pt x="6678855" y="65407"/>
                  <a:pt x="6687415" y="66196"/>
                  <a:pt x="6702266" y="75470"/>
                </a:cubicBezTo>
                <a:cubicBezTo>
                  <a:pt x="6747004" y="78450"/>
                  <a:pt x="6798307" y="53072"/>
                  <a:pt x="6845802" y="24496"/>
                </a:cubicBezTo>
                <a:close/>
              </a:path>
            </a:pathLst>
          </a:custGeom>
          <a:solidFill>
            <a:srgbClr val="82766A">
              <a:alpha val="15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07613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E35A04CF-97D4-4FF7-B359-C546B1F6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1DE7243B-5109-444B-8FAF-7437C66BC0E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0"/>
            <a:ext cx="4421332" cy="6858000"/>
          </a:xfrm>
          <a:custGeom>
            <a:avLst/>
            <a:gdLst>
              <a:gd name="connsiteX0" fmla="*/ 4421332 w 4421332"/>
              <a:gd name="connsiteY0" fmla="*/ 0 h 6858000"/>
              <a:gd name="connsiteX1" fmla="*/ 69075 w 4421332"/>
              <a:gd name="connsiteY1" fmla="*/ 0 h 6858000"/>
              <a:gd name="connsiteX2" fmla="*/ 35131 w 4421332"/>
              <a:gd name="connsiteY2" fmla="*/ 267128 h 6858000"/>
              <a:gd name="connsiteX3" fmla="*/ 0 w 4421332"/>
              <a:gd name="connsiteY3" fmla="*/ 962845 h 6858000"/>
              <a:gd name="connsiteX4" fmla="*/ 3276103 w 4421332"/>
              <a:gd name="connsiteY4" fmla="*/ 6782205 h 6858000"/>
              <a:gd name="connsiteX5" fmla="*/ 3407923 w 4421332"/>
              <a:gd name="connsiteY5" fmla="*/ 6858000 h 6858000"/>
              <a:gd name="connsiteX6" fmla="*/ 4421332 w 4421332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21332" h="6858000">
                <a:moveTo>
                  <a:pt x="4421332" y="0"/>
                </a:moveTo>
                <a:lnTo>
                  <a:pt x="69075" y="0"/>
                </a:lnTo>
                <a:lnTo>
                  <a:pt x="35131" y="267128"/>
                </a:lnTo>
                <a:cubicBezTo>
                  <a:pt x="11901" y="495874"/>
                  <a:pt x="0" y="727970"/>
                  <a:pt x="0" y="962845"/>
                </a:cubicBezTo>
                <a:cubicBezTo>
                  <a:pt x="0" y="3429034"/>
                  <a:pt x="1312002" y="5588789"/>
                  <a:pt x="3276103" y="6782205"/>
                </a:cubicBezTo>
                <a:lnTo>
                  <a:pt x="3407923" y="6858000"/>
                </a:lnTo>
                <a:lnTo>
                  <a:pt x="4421332" y="6858000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4C5D6221-DA7B-4611-AA26-7D8E349FDE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232227" cy="6858000"/>
          </a:xfrm>
          <a:custGeom>
            <a:avLst/>
            <a:gdLst>
              <a:gd name="connsiteX0" fmla="*/ 0 w 4232227"/>
              <a:gd name="connsiteY0" fmla="*/ 0 h 6858000"/>
              <a:gd name="connsiteX1" fmla="*/ 4161853 w 4232227"/>
              <a:gd name="connsiteY1" fmla="*/ 0 h 6858000"/>
              <a:gd name="connsiteX2" fmla="*/ 4197953 w 4232227"/>
              <a:gd name="connsiteY2" fmla="*/ 284091 h 6858000"/>
              <a:gd name="connsiteX3" fmla="*/ 4232227 w 4232227"/>
              <a:gd name="connsiteY3" fmla="*/ 962844 h 6858000"/>
              <a:gd name="connsiteX4" fmla="*/ 758007 w 4232227"/>
              <a:gd name="connsiteY4" fmla="*/ 6800152 h 6858000"/>
              <a:gd name="connsiteX5" fmla="*/ 645060 w 4232227"/>
              <a:gd name="connsiteY5" fmla="*/ 6858000 h 6858000"/>
              <a:gd name="connsiteX6" fmla="*/ 0 w 423222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232227" h="6858000">
                <a:moveTo>
                  <a:pt x="0" y="0"/>
                </a:moveTo>
                <a:lnTo>
                  <a:pt x="4161853" y="0"/>
                </a:lnTo>
                <a:lnTo>
                  <a:pt x="4197953" y="284091"/>
                </a:lnTo>
                <a:cubicBezTo>
                  <a:pt x="4220617" y="507260"/>
                  <a:pt x="4232227" y="733696"/>
                  <a:pt x="4232227" y="962844"/>
                </a:cubicBezTo>
                <a:cubicBezTo>
                  <a:pt x="4232227" y="3483472"/>
                  <a:pt x="2827409" y="5675986"/>
                  <a:pt x="758007" y="6800152"/>
                </a:cubicBezTo>
                <a:lnTo>
                  <a:pt x="645060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B675942-2B1F-63D0-BFEC-B663380BC5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672" y="1412489"/>
            <a:ext cx="2871095" cy="2156621"/>
          </a:xfrm>
        </p:spPr>
        <p:txBody>
          <a:bodyPr anchor="t">
            <a:normAutofit/>
          </a:bodyPr>
          <a:lstStyle/>
          <a:p>
            <a:r>
              <a:rPr lang="en-US" sz="3600">
                <a:solidFill>
                  <a:srgbClr val="FFFFFF"/>
                </a:solidFill>
              </a:rPr>
              <a:t>The NIH Review Process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246933-7C38-E78C-9A26-4BA4F67740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5198993" y="1412489"/>
            <a:ext cx="2926080" cy="4363844"/>
          </a:xfrm>
        </p:spPr>
        <p:txBody>
          <a:bodyPr>
            <a:normAutofit/>
          </a:bodyPr>
          <a:lstStyle/>
          <a:p>
            <a:r>
              <a:rPr lang="en-US" sz="2000" dirty="0"/>
              <a:t>Criteria</a:t>
            </a:r>
          </a:p>
          <a:p>
            <a:pPr lvl="1"/>
            <a:r>
              <a:rPr lang="en-US" sz="2000" dirty="0"/>
              <a:t>I</a:t>
            </a:r>
          </a:p>
          <a:p>
            <a:pPr lvl="1"/>
            <a:r>
              <a:rPr lang="en-US" sz="2000" dirty="0"/>
              <a:t>Also give overall score (10-90)</a:t>
            </a:r>
          </a:p>
          <a:p>
            <a:r>
              <a:rPr lang="en-US" sz="2000" dirty="0"/>
              <a:t>Specific NRSA Review Criteria </a:t>
            </a:r>
            <a:r>
              <a:rPr lang="en-US" sz="2000" dirty="0">
                <a:hlinkClick r:id="rId2"/>
              </a:rPr>
              <a:t>here</a:t>
            </a:r>
            <a:endParaRPr lang="en-US" sz="2000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902BC93-841C-3030-B53F-C712F66D43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451604" y="1412489"/>
            <a:ext cx="2926080" cy="4363844"/>
          </a:xfrm>
        </p:spPr>
        <p:txBody>
          <a:bodyPr>
            <a:normAutofit/>
          </a:bodyPr>
          <a:lstStyle/>
          <a:p>
            <a:r>
              <a:rPr lang="en-US" sz="1700"/>
              <a:t>Three reviewers assigned</a:t>
            </a:r>
          </a:p>
          <a:p>
            <a:r>
              <a:rPr lang="en-US" sz="1700"/>
              <a:t>Each will score your application</a:t>
            </a:r>
          </a:p>
          <a:p>
            <a:r>
              <a:rPr lang="en-US" sz="1700"/>
              <a:t>Discussion</a:t>
            </a:r>
          </a:p>
          <a:p>
            <a:pPr lvl="1"/>
            <a:r>
              <a:rPr lang="en-US" sz="1700"/>
              <a:t>Primary will introduce application (~15 minutes_</a:t>
            </a:r>
          </a:p>
          <a:p>
            <a:pPr lvl="1"/>
            <a:r>
              <a:rPr lang="en-US" sz="1700"/>
              <a:t>Secondary, tertiary will add details</a:t>
            </a:r>
          </a:p>
          <a:p>
            <a:pPr lvl="1"/>
            <a:r>
              <a:rPr lang="en-US" sz="1700"/>
              <a:t>Panel (~20-30 people) ask clarifying questions</a:t>
            </a:r>
          </a:p>
          <a:p>
            <a:pPr lvl="1"/>
            <a:r>
              <a:rPr lang="en-US" sz="1700"/>
              <a:t>Restate scores, panel votes</a:t>
            </a:r>
          </a:p>
        </p:txBody>
      </p:sp>
    </p:spTree>
    <p:extLst>
      <p:ext uri="{BB962C8B-B14F-4D97-AF65-F5344CB8AC3E}">
        <p14:creationId xmlns:p14="http://schemas.microsoft.com/office/powerpoint/2010/main" val="15569479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" y="0"/>
            <a:ext cx="12191998" cy="2170031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19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082819" y="0"/>
            <a:ext cx="4097211" cy="2170661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48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5010646" y="-5010043"/>
            <a:ext cx="2170709" cy="12192000"/>
          </a:xfrm>
          <a:prstGeom prst="rect">
            <a:avLst/>
          </a:prstGeom>
          <a:gradFill>
            <a:gsLst>
              <a:gs pos="23000">
                <a:schemeClr val="accent1">
                  <a:lumMod val="75000"/>
                  <a:alpha val="16000"/>
                </a:schemeClr>
              </a:gs>
              <a:gs pos="99000">
                <a:srgbClr val="000000">
                  <a:alpha val="45000"/>
                </a:srgbClr>
              </a:gs>
            </a:gsLst>
            <a:lin ang="21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0693117-C42F-9DBB-7C5C-74BDECE127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3564" y="348865"/>
            <a:ext cx="9718111" cy="1576446"/>
          </a:xfrm>
        </p:spPr>
        <p:txBody>
          <a:bodyPr anchor="ctr"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This Week</a:t>
            </a:r>
          </a:p>
        </p:txBody>
      </p:sp>
      <p:graphicFrame>
        <p:nvGraphicFramePr>
          <p:cNvPr id="25" name="Content Placeholder 4">
            <a:extLst>
              <a:ext uri="{FF2B5EF4-FFF2-40B4-BE49-F238E27FC236}">
                <a16:creationId xmlns:a16="http://schemas.microsoft.com/office/drawing/2014/main" id="{BDFCE315-FCD7-F52B-4A3B-E3EEBC39D5E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702488679"/>
              </p:ext>
            </p:extLst>
          </p:nvPr>
        </p:nvGraphicFramePr>
        <p:xfrm>
          <a:off x="644056" y="2615979"/>
          <a:ext cx="10927829" cy="36894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933256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56B2C21-A230-48C0-8DF1-C46611373C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4" y="1410082"/>
            <a:ext cx="6858000" cy="4037836"/>
          </a:xfrm>
          <a:prstGeom prst="rect">
            <a:avLst/>
          </a:prstGeom>
          <a:gradFill>
            <a:gsLst>
              <a:gs pos="800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3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847E18C-932D-4C95-AABA-FEC7C9499A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85" y="1420219"/>
            <a:ext cx="6857999" cy="4037839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alpha val="46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150CB11-0C61-439E-910F-5787759E7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767923" y="3588085"/>
            <a:ext cx="2501979" cy="4037841"/>
          </a:xfrm>
          <a:prstGeom prst="rect">
            <a:avLst/>
          </a:prstGeom>
          <a:gradFill>
            <a:gsLst>
              <a:gs pos="2000">
                <a:schemeClr val="accent1">
                  <a:alpha val="29000"/>
                </a:schemeClr>
              </a:gs>
              <a:gs pos="100000">
                <a:srgbClr val="000000">
                  <a:alpha val="30000"/>
                </a:srgbClr>
              </a:gs>
            </a:gsLst>
            <a:lin ang="7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43F8A58B-5155-44CE-A5FF-7647B47D0A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635413">
            <a:off x="-501737" y="969718"/>
            <a:ext cx="3900357" cy="4178958"/>
          </a:xfrm>
          <a:custGeom>
            <a:avLst/>
            <a:gdLst>
              <a:gd name="connsiteX0" fmla="*/ 2432225 w 3900357"/>
              <a:gd name="connsiteY0" fmla="*/ 93939 h 4178958"/>
              <a:gd name="connsiteX1" fmla="*/ 3900357 w 3900357"/>
              <a:gd name="connsiteY1" fmla="*/ 2089479 h 4178958"/>
              <a:gd name="connsiteX2" fmla="*/ 1810878 w 3900357"/>
              <a:gd name="connsiteY2" fmla="*/ 4178958 h 4178958"/>
              <a:gd name="connsiteX3" fmla="*/ 78249 w 3900357"/>
              <a:gd name="connsiteY3" fmla="*/ 3257727 h 4178958"/>
              <a:gd name="connsiteX4" fmla="*/ 0 w 3900357"/>
              <a:gd name="connsiteY4" fmla="*/ 3128923 h 4178958"/>
              <a:gd name="connsiteX5" fmla="*/ 831324 w 3900357"/>
              <a:gd name="connsiteY5" fmla="*/ 244281 h 4178958"/>
              <a:gd name="connsiteX6" fmla="*/ 997559 w 3900357"/>
              <a:gd name="connsiteY6" fmla="*/ 164202 h 4178958"/>
              <a:gd name="connsiteX7" fmla="*/ 1810878 w 3900357"/>
              <a:gd name="connsiteY7" fmla="*/ 0 h 4178958"/>
              <a:gd name="connsiteX8" fmla="*/ 2432225 w 3900357"/>
              <a:gd name="connsiteY8" fmla="*/ 93939 h 41789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900357" h="4178958">
                <a:moveTo>
                  <a:pt x="2432225" y="93939"/>
                </a:moveTo>
                <a:cubicBezTo>
                  <a:pt x="3282786" y="358491"/>
                  <a:pt x="3900357" y="1151865"/>
                  <a:pt x="3900357" y="2089479"/>
                </a:cubicBezTo>
                <a:cubicBezTo>
                  <a:pt x="3900357" y="3243466"/>
                  <a:pt x="2964865" y="4178958"/>
                  <a:pt x="1810878" y="4178958"/>
                </a:cubicBezTo>
                <a:cubicBezTo>
                  <a:pt x="1089636" y="4178958"/>
                  <a:pt x="453744" y="3813531"/>
                  <a:pt x="78249" y="3257727"/>
                </a:cubicBezTo>
                <a:lnTo>
                  <a:pt x="0" y="3128923"/>
                </a:lnTo>
                <a:lnTo>
                  <a:pt x="831324" y="244281"/>
                </a:lnTo>
                <a:lnTo>
                  <a:pt x="997559" y="164202"/>
                </a:lnTo>
                <a:cubicBezTo>
                  <a:pt x="1247540" y="58468"/>
                  <a:pt x="1522381" y="0"/>
                  <a:pt x="1810878" y="0"/>
                </a:cubicBezTo>
                <a:cubicBezTo>
                  <a:pt x="2027251" y="0"/>
                  <a:pt x="2235942" y="32888"/>
                  <a:pt x="2432225" y="93939"/>
                </a:cubicBezTo>
                <a:close/>
              </a:path>
            </a:pathLst>
          </a:custGeom>
          <a:gradFill>
            <a:gsLst>
              <a:gs pos="29000">
                <a:srgbClr val="000000">
                  <a:alpha val="0"/>
                </a:srgbClr>
              </a:gs>
              <a:gs pos="100000">
                <a:schemeClr val="accent1">
                  <a:alpha val="43000"/>
                </a:schemeClr>
              </a:gs>
            </a:gsLst>
            <a:lin ang="1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443F2ACA-E6D6-4028-82DD-F03C262D5D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H="1">
            <a:off x="-1410095" y="1410079"/>
            <a:ext cx="6858003" cy="4037835"/>
          </a:xfrm>
          <a:prstGeom prst="rect">
            <a:avLst/>
          </a:prstGeom>
          <a:gradFill>
            <a:gsLst>
              <a:gs pos="0">
                <a:srgbClr val="000000">
                  <a:alpha val="0"/>
                </a:srgbClr>
              </a:gs>
              <a:gs pos="99000">
                <a:schemeClr val="accent1">
                  <a:lumMod val="60000"/>
                  <a:lumOff val="40000"/>
                  <a:alpha val="11000"/>
                </a:schemeClr>
              </a:gs>
            </a:gsLst>
            <a:lin ang="7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4091047-F300-2F03-A965-C0F709B4CB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478" y="1683756"/>
            <a:ext cx="3115265" cy="2396359"/>
          </a:xfrm>
        </p:spPr>
        <p:txBody>
          <a:bodyPr anchor="b">
            <a:normAutofit/>
          </a:bodyPr>
          <a:lstStyle/>
          <a:p>
            <a:pPr algn="r"/>
            <a:r>
              <a:rPr lang="en-US" sz="4000">
                <a:solidFill>
                  <a:srgbClr val="FFFFFF"/>
                </a:solidFill>
              </a:rPr>
              <a:t>Budget</a:t>
            </a:r>
          </a:p>
        </p:txBody>
      </p:sp>
      <p:graphicFrame>
        <p:nvGraphicFramePr>
          <p:cNvPr id="23" name="Content Placeholder 2">
            <a:extLst>
              <a:ext uri="{FF2B5EF4-FFF2-40B4-BE49-F238E27FC236}">
                <a16:creationId xmlns:a16="http://schemas.microsoft.com/office/drawing/2014/main" id="{B9765709-F927-07CC-BA54-511FFA48D9A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829607929"/>
              </p:ext>
            </p:extLst>
          </p:nvPr>
        </p:nvGraphicFramePr>
        <p:xfrm>
          <a:off x="4905052" y="750440"/>
          <a:ext cx="6666833" cy="54539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602880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D1B44E-BF7E-8155-4539-6853DFFB96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Candidate Information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9C0115-F6D9-C234-AA18-31DE4FF23AF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2000" dirty="0"/>
              <a:t>Key points in this </a:t>
            </a:r>
            <a:r>
              <a:rPr lang="en-US" sz="2000" dirty="0">
                <a:hlinkClick r:id="rId2"/>
              </a:rPr>
              <a:t>worksheet</a:t>
            </a:r>
            <a:endParaRPr lang="en-US" sz="2000" dirty="0"/>
          </a:p>
          <a:p>
            <a:r>
              <a:rPr lang="en-US" sz="2000" i="0" dirty="0">
                <a:effectLst/>
                <a:latin typeface="-apple-system"/>
              </a:rPr>
              <a:t>Document is </a:t>
            </a:r>
            <a:r>
              <a:rPr lang="en-US" sz="2000" b="1" i="0" dirty="0">
                <a:effectLst/>
                <a:latin typeface="-apple-system"/>
              </a:rPr>
              <a:t>Applicant’s Background and Goals for Fellowship Training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sz="2000" b="0" i="0" dirty="0">
                <a:effectLst/>
                <a:latin typeface="-apple-system"/>
              </a:rPr>
              <a:t>Doctoral Dissertation and Research Experience – This week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sz="2000" b="0" i="0" strike="sngStrike" dirty="0">
                <a:effectLst/>
                <a:latin typeface="-apple-system"/>
              </a:rPr>
              <a:t>Training Goals and Objectives – Next week</a:t>
            </a:r>
          </a:p>
          <a:p>
            <a:pPr marL="914400" lvl="1" indent="-457200">
              <a:buFont typeface="+mj-lt"/>
              <a:buAutoNum type="alphaUcPeriod"/>
            </a:pPr>
            <a:r>
              <a:rPr lang="en-US" sz="2000" strike="sngStrike" dirty="0">
                <a:latin typeface="-apple-system"/>
              </a:rPr>
              <a:t>Activities Planned Under this Award – Next week</a:t>
            </a:r>
          </a:p>
          <a:p>
            <a:r>
              <a:rPr lang="en-US" sz="2000" dirty="0">
                <a:latin typeface="-apple-system"/>
              </a:rPr>
              <a:t>Define yourself as of now </a:t>
            </a:r>
          </a:p>
          <a:p>
            <a:pPr lvl="1"/>
            <a:r>
              <a:rPr lang="en-US" sz="2000" dirty="0">
                <a:latin typeface="-apple-system"/>
              </a:rPr>
              <a:t>Articulate skills, achievements, background.  Provide </a:t>
            </a:r>
            <a:r>
              <a:rPr lang="en-US" sz="2000" b="1" u="sng" dirty="0">
                <a:latin typeface="-apple-system"/>
              </a:rPr>
              <a:t>evidence</a:t>
            </a:r>
          </a:p>
          <a:p>
            <a:r>
              <a:rPr lang="en-US" sz="2000" dirty="0">
                <a:latin typeface="-apple-system"/>
              </a:rPr>
              <a:t>Define yourself at the end of the fellowship</a:t>
            </a:r>
          </a:p>
          <a:p>
            <a:pPr lvl="1"/>
            <a:r>
              <a:rPr lang="en-US" sz="2000" dirty="0">
                <a:latin typeface="-apple-system"/>
              </a:rPr>
              <a:t>What is missing, what training is required to get you there (parts B/C)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16196356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70DFC902-7D23-471A-B557-B6B6917D7A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" y="-5705"/>
            <a:ext cx="12191990" cy="1694346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37CC5D-240F-AD83-EE4C-6125F5742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56851" y="637762"/>
            <a:ext cx="9888496" cy="900131"/>
          </a:xfrm>
        </p:spPr>
        <p:txBody>
          <a:bodyPr anchor="t">
            <a:normAutofit/>
          </a:bodyPr>
          <a:lstStyle/>
          <a:p>
            <a:r>
              <a:rPr lang="en-US" sz="4000">
                <a:solidFill>
                  <a:schemeClr val="bg1"/>
                </a:solidFill>
              </a:rPr>
              <a:t>Who are you?  Who will you become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55D5633-D557-4DCA-982C-FF36EB7A1C0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688641"/>
            <a:ext cx="12191990" cy="5169359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50D3AD2-FA80-415F-A9CE-54D884561CD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56851" y="2010758"/>
            <a:ext cx="457190" cy="4571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6FB015-901B-C7BF-65B6-F7A1EF23F8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5548" y="2217343"/>
            <a:ext cx="9880893" cy="3959619"/>
          </a:xfrm>
        </p:spPr>
        <p:txBody>
          <a:bodyPr>
            <a:normAutofit/>
          </a:bodyPr>
          <a:lstStyle/>
          <a:p>
            <a:r>
              <a:rPr lang="en-US" sz="2000" b="0" i="0" dirty="0">
                <a:effectLst/>
                <a:latin typeface="-apple-system"/>
              </a:rPr>
              <a:t>I am a </a:t>
            </a:r>
            <a:r>
              <a:rPr lang="en-US" sz="2000" b="0" i="0" u="sng" dirty="0">
                <a:effectLst/>
                <a:latin typeface="-apple-system"/>
              </a:rPr>
              <a:t>second year Molecular and Integrative Physiology Ph.D. student </a:t>
            </a:r>
            <a:r>
              <a:rPr lang="en-US" sz="2000" b="0" i="0" dirty="0">
                <a:effectLst/>
                <a:latin typeface="-apple-system"/>
              </a:rPr>
              <a:t>with an </a:t>
            </a:r>
            <a:r>
              <a:rPr lang="en-US" sz="2000" b="0" i="0" u="sng" dirty="0">
                <a:effectLst/>
                <a:latin typeface="-apple-system"/>
              </a:rPr>
              <a:t>undergraduate degree in cell biology</a:t>
            </a:r>
            <a:r>
              <a:rPr lang="en-US" sz="2000" b="0" i="0" dirty="0">
                <a:effectLst/>
                <a:latin typeface="-apple-system"/>
              </a:rPr>
              <a:t> completing a dissertation on the </a:t>
            </a:r>
            <a:r>
              <a:rPr lang="en-US" sz="2000" b="0" i="0" u="sng" dirty="0">
                <a:effectLst/>
                <a:latin typeface="-apple-system"/>
              </a:rPr>
              <a:t>role of SREBP2 in intestinal lipid transport</a:t>
            </a:r>
          </a:p>
          <a:p>
            <a:pPr lvl="1"/>
            <a:r>
              <a:rPr lang="en-US" sz="2000" dirty="0">
                <a:latin typeface="-apple-system"/>
              </a:rPr>
              <a:t>Current stage</a:t>
            </a:r>
          </a:p>
          <a:p>
            <a:pPr lvl="1"/>
            <a:r>
              <a:rPr lang="en-US" sz="2000" dirty="0">
                <a:latin typeface="-apple-system"/>
              </a:rPr>
              <a:t>Background</a:t>
            </a:r>
          </a:p>
          <a:p>
            <a:pPr lvl="1"/>
            <a:r>
              <a:rPr lang="en-US" sz="2000" dirty="0"/>
              <a:t>Project</a:t>
            </a:r>
          </a:p>
          <a:p>
            <a:r>
              <a:rPr lang="en-US" sz="2000" dirty="0"/>
              <a:t>I am requesting F31 fellowship support in order to pursue to </a:t>
            </a:r>
            <a:r>
              <a:rPr lang="en-US" sz="2000" u="sng" dirty="0"/>
              <a:t>an independent research career</a:t>
            </a:r>
            <a:r>
              <a:rPr lang="en-US" sz="2000" dirty="0"/>
              <a:t> investigating the </a:t>
            </a:r>
            <a:r>
              <a:rPr lang="en-US" sz="2000" u="sng" dirty="0"/>
              <a:t>physiology of lipid homeostasis </a:t>
            </a:r>
            <a:r>
              <a:rPr lang="en-US" sz="2000" dirty="0"/>
              <a:t>and how it relates to </a:t>
            </a:r>
            <a:r>
              <a:rPr lang="en-US" sz="2000" u="sng" dirty="0"/>
              <a:t>primary prevention of cardiovascular disease</a:t>
            </a:r>
            <a:r>
              <a:rPr lang="en-US" sz="2000" dirty="0"/>
              <a:t>.</a:t>
            </a:r>
          </a:p>
          <a:p>
            <a:pPr lvl="1"/>
            <a:r>
              <a:rPr lang="en-US" sz="2000" dirty="0"/>
              <a:t>Next stage</a:t>
            </a:r>
          </a:p>
          <a:p>
            <a:pPr lvl="1"/>
            <a:r>
              <a:rPr lang="en-US" sz="2000" dirty="0"/>
              <a:t>Research area</a:t>
            </a:r>
          </a:p>
          <a:p>
            <a:pPr lvl="1"/>
            <a:r>
              <a:rPr lang="en-US" sz="2000" dirty="0"/>
              <a:t>Long term goals</a:t>
            </a:r>
          </a:p>
        </p:txBody>
      </p:sp>
    </p:spTree>
    <p:extLst>
      <p:ext uri="{BB962C8B-B14F-4D97-AF65-F5344CB8AC3E}">
        <p14:creationId xmlns:p14="http://schemas.microsoft.com/office/powerpoint/2010/main" val="234232059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83F25CD-D8D7-9AFF-6B9B-E0EE800C08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Biosketch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04295F-8319-DA06-39CE-7BC73E752C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r>
              <a:rPr lang="en-US" sz="2000" dirty="0"/>
              <a:t>Must be done on </a:t>
            </a:r>
            <a:r>
              <a:rPr lang="en-US" sz="2000" dirty="0" err="1"/>
              <a:t>MySciENcv</a:t>
            </a:r>
            <a:endParaRPr lang="en-US" sz="2000" dirty="0"/>
          </a:p>
          <a:p>
            <a:r>
              <a:rPr lang="en-US" sz="2000" dirty="0"/>
              <a:t>Key sections</a:t>
            </a:r>
          </a:p>
          <a:p>
            <a:pPr lvl="1"/>
            <a:r>
              <a:rPr lang="en-US" sz="2000" dirty="0"/>
              <a:t>Personal statement (another way to introduce/frame your expertise)</a:t>
            </a:r>
          </a:p>
          <a:p>
            <a:pPr lvl="1"/>
            <a:r>
              <a:rPr lang="en-US" sz="2000" dirty="0"/>
              <a:t>Contributions to Science</a:t>
            </a:r>
          </a:p>
          <a:p>
            <a:pPr lvl="1"/>
            <a:r>
              <a:rPr lang="en-US" sz="2000" dirty="0">
                <a:effectLst/>
              </a:rPr>
              <a:t>Research products (papers, conferences, educational materials)</a:t>
            </a:r>
          </a:p>
          <a:p>
            <a:pPr lvl="2"/>
            <a:r>
              <a:rPr lang="en-US" sz="1600" dirty="0"/>
              <a:t>Relevant to application</a:t>
            </a:r>
          </a:p>
          <a:p>
            <a:pPr lvl="2"/>
            <a:r>
              <a:rPr lang="en-US" sz="1600" dirty="0">
                <a:effectLst/>
              </a:rPr>
              <a:t>Other relevant products</a:t>
            </a:r>
          </a:p>
        </p:txBody>
      </p:sp>
    </p:spTree>
    <p:extLst>
      <p:ext uri="{BB962C8B-B14F-4D97-AF65-F5344CB8AC3E}">
        <p14:creationId xmlns:p14="http://schemas.microsoft.com/office/powerpoint/2010/main" val="40232412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59C7C70-F69D-4650-FC54-D5C60A096E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Homework for next meeting (in two weeks)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A490D9-B268-C5B3-0D34-882630E2C5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anchor="ctr"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000" dirty="0"/>
              <a:t>Fill out planning worksheet </a:t>
            </a:r>
            <a:r>
              <a:rPr lang="en-US" sz="2000" dirty="0">
                <a:hlinkClick r:id="rId2"/>
              </a:rPr>
              <a:t>here</a:t>
            </a:r>
            <a:r>
              <a:rPr lang="en-US" sz="2000" dirty="0"/>
              <a:t>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Review </a:t>
            </a:r>
            <a:r>
              <a:rPr lang="en-US" sz="2000" dirty="0">
                <a:hlinkClick r:id="rId3"/>
              </a:rPr>
              <a:t>candidate worksheet </a:t>
            </a:r>
            <a:r>
              <a:rPr lang="en-US" sz="2000" dirty="0"/>
              <a:t>with your sponsor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Write candidate introduction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Write </a:t>
            </a:r>
            <a:r>
              <a:rPr lang="en-US" sz="2000" dirty="0" err="1"/>
              <a:t>biosketch</a:t>
            </a:r>
            <a:endParaRPr lang="en-US" sz="2000" dirty="0"/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Write budget justification 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Upload documents to </a:t>
            </a:r>
            <a:r>
              <a:rPr lang="en-US" sz="2000" dirty="0">
                <a:hlinkClick r:id="rId4"/>
              </a:rPr>
              <a:t>dropbox</a:t>
            </a:r>
            <a:r>
              <a:rPr lang="en-US" sz="2000" dirty="0"/>
              <a:t> by </a:t>
            </a:r>
            <a:r>
              <a:rPr lang="en-US" sz="2000" b="1" u="sng" dirty="0"/>
              <a:t>May 27th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000" dirty="0"/>
              <a:t>Review each other’s documents before next meeting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21643064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184</TotalTime>
  <Words>652</Words>
  <Application>Microsoft Macintosh PowerPoint</Application>
  <PresentationFormat>Widescreen</PresentationFormat>
  <Paragraphs>142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-apple-system</vt:lpstr>
      <vt:lpstr>Aptos</vt:lpstr>
      <vt:lpstr>Aptos Display</vt:lpstr>
      <vt:lpstr>Arial</vt:lpstr>
      <vt:lpstr>Calibri</vt:lpstr>
      <vt:lpstr>Office Theme</vt:lpstr>
      <vt:lpstr>Fellowship Workshop</vt:lpstr>
      <vt:lpstr>Goals and Expectations</vt:lpstr>
      <vt:lpstr>Fellowships and Training Programs (NIH)</vt:lpstr>
      <vt:lpstr>Other NIH Fellowship Programs</vt:lpstr>
      <vt:lpstr>Award Eligibility</vt:lpstr>
      <vt:lpstr>Some terms</vt:lpstr>
      <vt:lpstr>What are we working on</vt:lpstr>
      <vt:lpstr>Timeline for Writing and Revising</vt:lpstr>
      <vt:lpstr>How this workshop series will work</vt:lpstr>
      <vt:lpstr>The NIH Review Process</vt:lpstr>
      <vt:lpstr>This Week</vt:lpstr>
      <vt:lpstr>Budget</vt:lpstr>
      <vt:lpstr>Candidate Information</vt:lpstr>
      <vt:lpstr>Who are you?  Who will you become</vt:lpstr>
      <vt:lpstr>Biosketch</vt:lpstr>
      <vt:lpstr>Homework for next meeting (in two weeks)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Dave Bridges</dc:creator>
  <cp:lastModifiedBy>Dave Bridges</cp:lastModifiedBy>
  <cp:revision>17</cp:revision>
  <dcterms:created xsi:type="dcterms:W3CDTF">2025-05-13T20:29:14Z</dcterms:created>
  <dcterms:modified xsi:type="dcterms:W3CDTF">2026-05-13T13:05:14Z</dcterms:modified>
</cp:coreProperties>
</file>