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71" r:id="rId4"/>
    <p:sldId id="260" r:id="rId5"/>
    <p:sldId id="270" r:id="rId6"/>
    <p:sldId id="263" r:id="rId7"/>
    <p:sldId id="267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5"/>
    <p:restoredTop sz="77656"/>
  </p:normalViewPr>
  <p:slideViewPr>
    <p:cSldViewPr snapToGrid="0">
      <p:cViewPr varScale="1">
        <p:scale>
          <a:sx n="91" d="100"/>
          <a:sy n="91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741B38-5C6B-41C0-ABB1-E1CE7EADEF1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6F95DD6-F6E6-4F3D-A8E8-BB36A49C9A43}">
      <dgm:prSet/>
      <dgm:spPr/>
      <dgm:t>
        <a:bodyPr/>
        <a:lstStyle/>
        <a:p>
          <a:pPr>
            <a:defRPr cap="all"/>
          </a:pPr>
          <a:r>
            <a:rPr lang="en-US"/>
            <a:t>Monthly newsletter</a:t>
          </a:r>
        </a:p>
      </dgm:t>
    </dgm:pt>
    <dgm:pt modelId="{0AEE3A26-B6A9-4A47-BCD0-C5399A724E35}" type="parTrans" cxnId="{2FCFE3BB-BC3C-4BC7-8AF8-038751DB0A91}">
      <dgm:prSet/>
      <dgm:spPr/>
      <dgm:t>
        <a:bodyPr/>
        <a:lstStyle/>
        <a:p>
          <a:endParaRPr lang="en-US"/>
        </a:p>
      </dgm:t>
    </dgm:pt>
    <dgm:pt modelId="{A5EC8D1F-992C-44A2-B6AA-4954F46C0CAA}" type="sibTrans" cxnId="{2FCFE3BB-BC3C-4BC7-8AF8-038751DB0A91}">
      <dgm:prSet/>
      <dgm:spPr/>
      <dgm:t>
        <a:bodyPr/>
        <a:lstStyle/>
        <a:p>
          <a:endParaRPr lang="en-US"/>
        </a:p>
      </dgm:t>
    </dgm:pt>
    <dgm:pt modelId="{148EC735-B0A3-4390-BC7E-670A732979B8}">
      <dgm:prSet/>
      <dgm:spPr/>
      <dgm:t>
        <a:bodyPr/>
        <a:lstStyle/>
        <a:p>
          <a:pPr>
            <a:defRPr cap="all"/>
          </a:pPr>
          <a:r>
            <a:rPr lang="en-US"/>
            <a:t>Updating trainee lists</a:t>
          </a:r>
        </a:p>
      </dgm:t>
    </dgm:pt>
    <dgm:pt modelId="{996E41EF-FE30-45F0-AA72-C7D792AC0D18}" type="parTrans" cxnId="{62DD5A50-B208-4A7E-B2B5-1570BCC452F9}">
      <dgm:prSet/>
      <dgm:spPr/>
      <dgm:t>
        <a:bodyPr/>
        <a:lstStyle/>
        <a:p>
          <a:endParaRPr lang="en-US"/>
        </a:p>
      </dgm:t>
    </dgm:pt>
    <dgm:pt modelId="{649765E9-A622-43B4-BC95-E579493A154E}" type="sibTrans" cxnId="{62DD5A50-B208-4A7E-B2B5-1570BCC452F9}">
      <dgm:prSet/>
      <dgm:spPr/>
      <dgm:t>
        <a:bodyPr/>
        <a:lstStyle/>
        <a:p>
          <a:endParaRPr lang="en-US"/>
        </a:p>
      </dgm:t>
    </dgm:pt>
    <dgm:pt modelId="{3A55A684-D91D-4BA7-A945-101AD42D39C2}">
      <dgm:prSet/>
      <dgm:spPr/>
      <dgm:t>
        <a:bodyPr/>
        <a:lstStyle/>
        <a:p>
          <a:pPr>
            <a:defRPr cap="all"/>
          </a:pPr>
          <a:r>
            <a:rPr lang="en-US"/>
            <a:t>Trainee survey</a:t>
          </a:r>
        </a:p>
      </dgm:t>
    </dgm:pt>
    <dgm:pt modelId="{C408B4F8-826C-493C-A39D-C269151D5DE5}" type="parTrans" cxnId="{72DF2992-1E5F-4001-9306-9335017180B7}">
      <dgm:prSet/>
      <dgm:spPr/>
      <dgm:t>
        <a:bodyPr/>
        <a:lstStyle/>
        <a:p>
          <a:endParaRPr lang="en-US"/>
        </a:p>
      </dgm:t>
    </dgm:pt>
    <dgm:pt modelId="{D6B2740D-6AD2-44CF-BEC1-C8C154BA2EBA}" type="sibTrans" cxnId="{72DF2992-1E5F-4001-9306-9335017180B7}">
      <dgm:prSet/>
      <dgm:spPr/>
      <dgm:t>
        <a:bodyPr/>
        <a:lstStyle/>
        <a:p>
          <a:endParaRPr lang="en-US"/>
        </a:p>
      </dgm:t>
    </dgm:pt>
    <dgm:pt modelId="{5D481841-1D1D-4A41-B3D4-C38E8E2B3732}">
      <dgm:prSet/>
      <dgm:spPr/>
      <dgm:t>
        <a:bodyPr/>
        <a:lstStyle/>
        <a:p>
          <a:pPr>
            <a:defRPr cap="all"/>
          </a:pPr>
          <a:r>
            <a:rPr lang="en-US"/>
            <a:t>Monthly events</a:t>
          </a:r>
        </a:p>
      </dgm:t>
    </dgm:pt>
    <dgm:pt modelId="{556170D9-59EE-45B5-A38F-C027D49007DB}" type="parTrans" cxnId="{2289DDC7-9BC1-43E4-9877-B4B943E3E8B5}">
      <dgm:prSet/>
      <dgm:spPr/>
      <dgm:t>
        <a:bodyPr/>
        <a:lstStyle/>
        <a:p>
          <a:endParaRPr lang="en-US"/>
        </a:p>
      </dgm:t>
    </dgm:pt>
    <dgm:pt modelId="{A29C91FA-E615-45E8-8F1F-8BD6684A9F88}" type="sibTrans" cxnId="{2289DDC7-9BC1-43E4-9877-B4B943E3E8B5}">
      <dgm:prSet/>
      <dgm:spPr/>
      <dgm:t>
        <a:bodyPr/>
        <a:lstStyle/>
        <a:p>
          <a:endParaRPr lang="en-US"/>
        </a:p>
      </dgm:t>
    </dgm:pt>
    <dgm:pt modelId="{99C09053-4C49-420A-BB95-C4C928F2950E}" type="pres">
      <dgm:prSet presAssocID="{4A741B38-5C6B-41C0-ABB1-E1CE7EADEF13}" presName="root" presStyleCnt="0">
        <dgm:presLayoutVars>
          <dgm:dir/>
          <dgm:resizeHandles val="exact"/>
        </dgm:presLayoutVars>
      </dgm:prSet>
      <dgm:spPr/>
    </dgm:pt>
    <dgm:pt modelId="{0D5983E6-D341-49BC-88F8-FFB713001A4D}" type="pres">
      <dgm:prSet presAssocID="{26F95DD6-F6E6-4F3D-A8E8-BB36A49C9A43}" presName="compNode" presStyleCnt="0"/>
      <dgm:spPr/>
    </dgm:pt>
    <dgm:pt modelId="{D989EF19-7AA5-4082-A3B8-99AC954449A5}" type="pres">
      <dgm:prSet presAssocID="{26F95DD6-F6E6-4F3D-A8E8-BB36A49C9A4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0B3A5A0-872D-4082-839B-5072CB488DF2}" type="pres">
      <dgm:prSet presAssocID="{26F95DD6-F6E6-4F3D-A8E8-BB36A49C9A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C1E992D4-A42B-4580-8B8D-87AF57B89A49}" type="pres">
      <dgm:prSet presAssocID="{26F95DD6-F6E6-4F3D-A8E8-BB36A49C9A43}" presName="spaceRect" presStyleCnt="0"/>
      <dgm:spPr/>
    </dgm:pt>
    <dgm:pt modelId="{6D5FC9C6-F66C-4EF9-81FC-9A36B88C1F5D}" type="pres">
      <dgm:prSet presAssocID="{26F95DD6-F6E6-4F3D-A8E8-BB36A49C9A43}" presName="textRect" presStyleLbl="revTx" presStyleIdx="0" presStyleCnt="4">
        <dgm:presLayoutVars>
          <dgm:chMax val="1"/>
          <dgm:chPref val="1"/>
        </dgm:presLayoutVars>
      </dgm:prSet>
      <dgm:spPr/>
    </dgm:pt>
    <dgm:pt modelId="{70F25028-29FF-4810-A166-C473CBE9D8B9}" type="pres">
      <dgm:prSet presAssocID="{A5EC8D1F-992C-44A2-B6AA-4954F46C0CAA}" presName="sibTrans" presStyleCnt="0"/>
      <dgm:spPr/>
    </dgm:pt>
    <dgm:pt modelId="{20B5A1F4-0117-48FB-B82A-59B624913BE4}" type="pres">
      <dgm:prSet presAssocID="{148EC735-B0A3-4390-BC7E-670A732979B8}" presName="compNode" presStyleCnt="0"/>
      <dgm:spPr/>
    </dgm:pt>
    <dgm:pt modelId="{39FCD3DF-5336-4AF7-9997-BBB76163EA33}" type="pres">
      <dgm:prSet presAssocID="{148EC735-B0A3-4390-BC7E-670A732979B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AC7E056-8313-46C8-895F-B88FF779CB44}" type="pres">
      <dgm:prSet presAssocID="{148EC735-B0A3-4390-BC7E-670A732979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EE8276A-9CB2-477C-9BD2-198A2D08F213}" type="pres">
      <dgm:prSet presAssocID="{148EC735-B0A3-4390-BC7E-670A732979B8}" presName="spaceRect" presStyleCnt="0"/>
      <dgm:spPr/>
    </dgm:pt>
    <dgm:pt modelId="{1E15DF47-89ED-46E2-AF9B-BB032C4D04BA}" type="pres">
      <dgm:prSet presAssocID="{148EC735-B0A3-4390-BC7E-670A732979B8}" presName="textRect" presStyleLbl="revTx" presStyleIdx="1" presStyleCnt="4">
        <dgm:presLayoutVars>
          <dgm:chMax val="1"/>
          <dgm:chPref val="1"/>
        </dgm:presLayoutVars>
      </dgm:prSet>
      <dgm:spPr/>
    </dgm:pt>
    <dgm:pt modelId="{4AFB38AC-6277-4DE4-BC9F-FE25CC1CDCC3}" type="pres">
      <dgm:prSet presAssocID="{649765E9-A622-43B4-BC95-E579493A154E}" presName="sibTrans" presStyleCnt="0"/>
      <dgm:spPr/>
    </dgm:pt>
    <dgm:pt modelId="{525D2C69-C5FC-47B7-9247-A56DF8D90DA5}" type="pres">
      <dgm:prSet presAssocID="{3A55A684-D91D-4BA7-A945-101AD42D39C2}" presName="compNode" presStyleCnt="0"/>
      <dgm:spPr/>
    </dgm:pt>
    <dgm:pt modelId="{69142F5F-5B4E-4248-B3CE-5B64397E5710}" type="pres">
      <dgm:prSet presAssocID="{3A55A684-D91D-4BA7-A945-101AD42D39C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9DB92A1-6EA4-4A77-9163-94A452798FFE}" type="pres">
      <dgm:prSet presAssocID="{3A55A684-D91D-4BA7-A945-101AD42D39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01624F14-7E96-44E6-9EDA-C5E924037C97}" type="pres">
      <dgm:prSet presAssocID="{3A55A684-D91D-4BA7-A945-101AD42D39C2}" presName="spaceRect" presStyleCnt="0"/>
      <dgm:spPr/>
    </dgm:pt>
    <dgm:pt modelId="{A7FC0B8B-B2BE-4F66-B712-28524DCDE52D}" type="pres">
      <dgm:prSet presAssocID="{3A55A684-D91D-4BA7-A945-101AD42D39C2}" presName="textRect" presStyleLbl="revTx" presStyleIdx="2" presStyleCnt="4">
        <dgm:presLayoutVars>
          <dgm:chMax val="1"/>
          <dgm:chPref val="1"/>
        </dgm:presLayoutVars>
      </dgm:prSet>
      <dgm:spPr/>
    </dgm:pt>
    <dgm:pt modelId="{FA18A975-9E2C-4C97-9054-1551B2E060A1}" type="pres">
      <dgm:prSet presAssocID="{D6B2740D-6AD2-44CF-BEC1-C8C154BA2EBA}" presName="sibTrans" presStyleCnt="0"/>
      <dgm:spPr/>
    </dgm:pt>
    <dgm:pt modelId="{11A10A8C-4BEA-47A5-9DF4-A21AAFFDD084}" type="pres">
      <dgm:prSet presAssocID="{5D481841-1D1D-4A41-B3D4-C38E8E2B3732}" presName="compNode" presStyleCnt="0"/>
      <dgm:spPr/>
    </dgm:pt>
    <dgm:pt modelId="{CE9B5019-E663-4CEC-A24D-4B46FA68B30F}" type="pres">
      <dgm:prSet presAssocID="{5D481841-1D1D-4A41-B3D4-C38E8E2B373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7D1B92C-ABC3-484E-8D44-A35167CD57B3}" type="pres">
      <dgm:prSet presAssocID="{5D481841-1D1D-4A41-B3D4-C38E8E2B37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AA7DB562-71F6-4D3C-A9AB-31287CBBF9D5}" type="pres">
      <dgm:prSet presAssocID="{5D481841-1D1D-4A41-B3D4-C38E8E2B3732}" presName="spaceRect" presStyleCnt="0"/>
      <dgm:spPr/>
    </dgm:pt>
    <dgm:pt modelId="{B4589619-387D-4F1E-BC9B-F94C83726DDD}" type="pres">
      <dgm:prSet presAssocID="{5D481841-1D1D-4A41-B3D4-C38E8E2B373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593AB39-BCE7-4A22-B084-0068A3065E7B}" type="presOf" srcId="{5D481841-1D1D-4A41-B3D4-C38E8E2B3732}" destId="{B4589619-387D-4F1E-BC9B-F94C83726DDD}" srcOrd="0" destOrd="0" presId="urn:microsoft.com/office/officeart/2018/5/layout/IconLeafLabelList"/>
    <dgm:cxn modelId="{62DD5A50-B208-4A7E-B2B5-1570BCC452F9}" srcId="{4A741B38-5C6B-41C0-ABB1-E1CE7EADEF13}" destId="{148EC735-B0A3-4390-BC7E-670A732979B8}" srcOrd="1" destOrd="0" parTransId="{996E41EF-FE30-45F0-AA72-C7D792AC0D18}" sibTransId="{649765E9-A622-43B4-BC95-E579493A154E}"/>
    <dgm:cxn modelId="{06E38679-B28E-4C6F-8943-5C2A684DFEE8}" type="presOf" srcId="{148EC735-B0A3-4390-BC7E-670A732979B8}" destId="{1E15DF47-89ED-46E2-AF9B-BB032C4D04BA}" srcOrd="0" destOrd="0" presId="urn:microsoft.com/office/officeart/2018/5/layout/IconLeafLabelList"/>
    <dgm:cxn modelId="{31CA238C-FBAA-4E22-96A0-A20C7B13E8B7}" type="presOf" srcId="{4A741B38-5C6B-41C0-ABB1-E1CE7EADEF13}" destId="{99C09053-4C49-420A-BB95-C4C928F2950E}" srcOrd="0" destOrd="0" presId="urn:microsoft.com/office/officeart/2018/5/layout/IconLeafLabelList"/>
    <dgm:cxn modelId="{72DF2992-1E5F-4001-9306-9335017180B7}" srcId="{4A741B38-5C6B-41C0-ABB1-E1CE7EADEF13}" destId="{3A55A684-D91D-4BA7-A945-101AD42D39C2}" srcOrd="2" destOrd="0" parTransId="{C408B4F8-826C-493C-A39D-C269151D5DE5}" sibTransId="{D6B2740D-6AD2-44CF-BEC1-C8C154BA2EBA}"/>
    <dgm:cxn modelId="{5054A999-5CAB-43A9-BAA8-5BA2E7DCCB80}" type="presOf" srcId="{3A55A684-D91D-4BA7-A945-101AD42D39C2}" destId="{A7FC0B8B-B2BE-4F66-B712-28524DCDE52D}" srcOrd="0" destOrd="0" presId="urn:microsoft.com/office/officeart/2018/5/layout/IconLeafLabelList"/>
    <dgm:cxn modelId="{2FCFE3BB-BC3C-4BC7-8AF8-038751DB0A91}" srcId="{4A741B38-5C6B-41C0-ABB1-E1CE7EADEF13}" destId="{26F95DD6-F6E6-4F3D-A8E8-BB36A49C9A43}" srcOrd="0" destOrd="0" parTransId="{0AEE3A26-B6A9-4A47-BCD0-C5399A724E35}" sibTransId="{A5EC8D1F-992C-44A2-B6AA-4954F46C0CAA}"/>
    <dgm:cxn modelId="{2289DDC7-9BC1-43E4-9877-B4B943E3E8B5}" srcId="{4A741B38-5C6B-41C0-ABB1-E1CE7EADEF13}" destId="{5D481841-1D1D-4A41-B3D4-C38E8E2B3732}" srcOrd="3" destOrd="0" parTransId="{556170D9-59EE-45B5-A38F-C027D49007DB}" sibTransId="{A29C91FA-E615-45E8-8F1F-8BD6684A9F88}"/>
    <dgm:cxn modelId="{420258D1-7777-4867-B287-964BCFF99B55}" type="presOf" srcId="{26F95DD6-F6E6-4F3D-A8E8-BB36A49C9A43}" destId="{6D5FC9C6-F66C-4EF9-81FC-9A36B88C1F5D}" srcOrd="0" destOrd="0" presId="urn:microsoft.com/office/officeart/2018/5/layout/IconLeafLabelList"/>
    <dgm:cxn modelId="{89CC5898-9D73-474D-828C-E5A1AAD237BD}" type="presParOf" srcId="{99C09053-4C49-420A-BB95-C4C928F2950E}" destId="{0D5983E6-D341-49BC-88F8-FFB713001A4D}" srcOrd="0" destOrd="0" presId="urn:microsoft.com/office/officeart/2018/5/layout/IconLeafLabelList"/>
    <dgm:cxn modelId="{2C77CA9F-CB03-4301-AA8B-894AFC7C1AEB}" type="presParOf" srcId="{0D5983E6-D341-49BC-88F8-FFB713001A4D}" destId="{D989EF19-7AA5-4082-A3B8-99AC954449A5}" srcOrd="0" destOrd="0" presId="urn:microsoft.com/office/officeart/2018/5/layout/IconLeafLabelList"/>
    <dgm:cxn modelId="{94F45A69-3198-4338-9149-6BB6C6F98CA5}" type="presParOf" srcId="{0D5983E6-D341-49BC-88F8-FFB713001A4D}" destId="{10B3A5A0-872D-4082-839B-5072CB488DF2}" srcOrd="1" destOrd="0" presId="urn:microsoft.com/office/officeart/2018/5/layout/IconLeafLabelList"/>
    <dgm:cxn modelId="{60B14AB7-C600-453D-A3EC-450F86C6495C}" type="presParOf" srcId="{0D5983E6-D341-49BC-88F8-FFB713001A4D}" destId="{C1E992D4-A42B-4580-8B8D-87AF57B89A49}" srcOrd="2" destOrd="0" presId="urn:microsoft.com/office/officeart/2018/5/layout/IconLeafLabelList"/>
    <dgm:cxn modelId="{416303F8-39B5-48E7-BF43-5FDADFE83C9D}" type="presParOf" srcId="{0D5983E6-D341-49BC-88F8-FFB713001A4D}" destId="{6D5FC9C6-F66C-4EF9-81FC-9A36B88C1F5D}" srcOrd="3" destOrd="0" presId="urn:microsoft.com/office/officeart/2018/5/layout/IconLeafLabelList"/>
    <dgm:cxn modelId="{B596A326-B785-4F42-AAE7-9C189CEE8927}" type="presParOf" srcId="{99C09053-4C49-420A-BB95-C4C928F2950E}" destId="{70F25028-29FF-4810-A166-C473CBE9D8B9}" srcOrd="1" destOrd="0" presId="urn:microsoft.com/office/officeart/2018/5/layout/IconLeafLabelList"/>
    <dgm:cxn modelId="{3409E766-DF93-4C6E-90AD-3E9F64D478B5}" type="presParOf" srcId="{99C09053-4C49-420A-BB95-C4C928F2950E}" destId="{20B5A1F4-0117-48FB-B82A-59B624913BE4}" srcOrd="2" destOrd="0" presId="urn:microsoft.com/office/officeart/2018/5/layout/IconLeafLabelList"/>
    <dgm:cxn modelId="{B5EE48B9-55ED-42D0-BD4C-4F40ECBE0052}" type="presParOf" srcId="{20B5A1F4-0117-48FB-B82A-59B624913BE4}" destId="{39FCD3DF-5336-4AF7-9997-BBB76163EA33}" srcOrd="0" destOrd="0" presId="urn:microsoft.com/office/officeart/2018/5/layout/IconLeafLabelList"/>
    <dgm:cxn modelId="{E95FD94F-A930-4985-B0E5-9D9F24152CCC}" type="presParOf" srcId="{20B5A1F4-0117-48FB-B82A-59B624913BE4}" destId="{EAC7E056-8313-46C8-895F-B88FF779CB44}" srcOrd="1" destOrd="0" presId="urn:microsoft.com/office/officeart/2018/5/layout/IconLeafLabelList"/>
    <dgm:cxn modelId="{3FB95EDC-2FAA-4318-A572-4FE350D7158A}" type="presParOf" srcId="{20B5A1F4-0117-48FB-B82A-59B624913BE4}" destId="{1EE8276A-9CB2-477C-9BD2-198A2D08F213}" srcOrd="2" destOrd="0" presId="urn:microsoft.com/office/officeart/2018/5/layout/IconLeafLabelList"/>
    <dgm:cxn modelId="{C2ABDD36-E3AC-42F9-AC6B-9002BD2DD66C}" type="presParOf" srcId="{20B5A1F4-0117-48FB-B82A-59B624913BE4}" destId="{1E15DF47-89ED-46E2-AF9B-BB032C4D04BA}" srcOrd="3" destOrd="0" presId="urn:microsoft.com/office/officeart/2018/5/layout/IconLeafLabelList"/>
    <dgm:cxn modelId="{E8EF3C60-4C84-4186-9432-F9DEB7E5FCB1}" type="presParOf" srcId="{99C09053-4C49-420A-BB95-C4C928F2950E}" destId="{4AFB38AC-6277-4DE4-BC9F-FE25CC1CDCC3}" srcOrd="3" destOrd="0" presId="urn:microsoft.com/office/officeart/2018/5/layout/IconLeafLabelList"/>
    <dgm:cxn modelId="{18A127B0-C2F2-4922-A033-AF371486F936}" type="presParOf" srcId="{99C09053-4C49-420A-BB95-C4C928F2950E}" destId="{525D2C69-C5FC-47B7-9247-A56DF8D90DA5}" srcOrd="4" destOrd="0" presId="urn:microsoft.com/office/officeart/2018/5/layout/IconLeafLabelList"/>
    <dgm:cxn modelId="{2EBF7230-09A5-49A2-AF54-122DEA848DF4}" type="presParOf" srcId="{525D2C69-C5FC-47B7-9247-A56DF8D90DA5}" destId="{69142F5F-5B4E-4248-B3CE-5B64397E5710}" srcOrd="0" destOrd="0" presId="urn:microsoft.com/office/officeart/2018/5/layout/IconLeafLabelList"/>
    <dgm:cxn modelId="{0AFCE8D5-D9A1-4A31-B813-D1B45C062D1A}" type="presParOf" srcId="{525D2C69-C5FC-47B7-9247-A56DF8D90DA5}" destId="{69DB92A1-6EA4-4A77-9163-94A452798FFE}" srcOrd="1" destOrd="0" presId="urn:microsoft.com/office/officeart/2018/5/layout/IconLeafLabelList"/>
    <dgm:cxn modelId="{C253B508-F6B6-4AAA-A644-D6EE83C8B811}" type="presParOf" srcId="{525D2C69-C5FC-47B7-9247-A56DF8D90DA5}" destId="{01624F14-7E96-44E6-9EDA-C5E924037C97}" srcOrd="2" destOrd="0" presId="urn:microsoft.com/office/officeart/2018/5/layout/IconLeafLabelList"/>
    <dgm:cxn modelId="{2A81AAF3-BFF2-4FEE-8E41-8785604DD87A}" type="presParOf" srcId="{525D2C69-C5FC-47B7-9247-A56DF8D90DA5}" destId="{A7FC0B8B-B2BE-4F66-B712-28524DCDE52D}" srcOrd="3" destOrd="0" presId="urn:microsoft.com/office/officeart/2018/5/layout/IconLeafLabelList"/>
    <dgm:cxn modelId="{9A9E9FB9-9200-4D30-89FB-08A7BC7852CB}" type="presParOf" srcId="{99C09053-4C49-420A-BB95-C4C928F2950E}" destId="{FA18A975-9E2C-4C97-9054-1551B2E060A1}" srcOrd="5" destOrd="0" presId="urn:microsoft.com/office/officeart/2018/5/layout/IconLeafLabelList"/>
    <dgm:cxn modelId="{1D6121AD-BDBB-44AD-A08F-B142AB8BB045}" type="presParOf" srcId="{99C09053-4C49-420A-BB95-C4C928F2950E}" destId="{11A10A8C-4BEA-47A5-9DF4-A21AAFFDD084}" srcOrd="6" destOrd="0" presId="urn:microsoft.com/office/officeart/2018/5/layout/IconLeafLabelList"/>
    <dgm:cxn modelId="{50C81DC5-609F-49A8-9925-3C4DA44F5D56}" type="presParOf" srcId="{11A10A8C-4BEA-47A5-9DF4-A21AAFFDD084}" destId="{CE9B5019-E663-4CEC-A24D-4B46FA68B30F}" srcOrd="0" destOrd="0" presId="urn:microsoft.com/office/officeart/2018/5/layout/IconLeafLabelList"/>
    <dgm:cxn modelId="{8D42EEF4-FC23-4D7D-B2F4-DEF45EAA6EAD}" type="presParOf" srcId="{11A10A8C-4BEA-47A5-9DF4-A21AAFFDD084}" destId="{B7D1B92C-ABC3-484E-8D44-A35167CD57B3}" srcOrd="1" destOrd="0" presId="urn:microsoft.com/office/officeart/2018/5/layout/IconLeafLabelList"/>
    <dgm:cxn modelId="{5797FEC8-F3CE-469F-966F-990A4EE09612}" type="presParOf" srcId="{11A10A8C-4BEA-47A5-9DF4-A21AAFFDD084}" destId="{AA7DB562-71F6-4D3C-A9AB-31287CBBF9D5}" srcOrd="2" destOrd="0" presId="urn:microsoft.com/office/officeart/2018/5/layout/IconLeafLabelList"/>
    <dgm:cxn modelId="{4EBA0A0F-4E56-4BFD-ACD2-7745A4F868FE}" type="presParOf" srcId="{11A10A8C-4BEA-47A5-9DF4-A21AAFFDD084}" destId="{B4589619-387D-4F1E-BC9B-F94C83726D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9A4803-15EA-4134-B97B-A5534FA7E053}" type="doc">
      <dgm:prSet loTypeId="urn:microsoft.com/office/officeart/2016/7/layout/Basic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7A2AC1-586A-4D0C-9682-32355A5FBB5E}">
      <dgm:prSet/>
      <dgm:spPr/>
      <dgm:t>
        <a:bodyPr/>
        <a:lstStyle/>
        <a:p>
          <a:r>
            <a:rPr lang="en-US"/>
            <a:t>Three members</a:t>
          </a:r>
        </a:p>
      </dgm:t>
    </dgm:pt>
    <dgm:pt modelId="{7E27E09A-CF98-4F14-BB24-C7C7685DD697}" type="parTrans" cxnId="{0F0DE8F6-C9FE-4B4C-914B-232B8671BD28}">
      <dgm:prSet/>
      <dgm:spPr/>
      <dgm:t>
        <a:bodyPr/>
        <a:lstStyle/>
        <a:p>
          <a:endParaRPr lang="en-US"/>
        </a:p>
      </dgm:t>
    </dgm:pt>
    <dgm:pt modelId="{E9D4FEA5-4B7E-4E64-9AB6-CF8415DB6021}" type="sibTrans" cxnId="{0F0DE8F6-C9FE-4B4C-914B-232B8671BD28}">
      <dgm:prSet/>
      <dgm:spPr/>
      <dgm:t>
        <a:bodyPr/>
        <a:lstStyle/>
        <a:p>
          <a:endParaRPr lang="en-US"/>
        </a:p>
      </dgm:t>
    </dgm:pt>
    <dgm:pt modelId="{EDA513FE-19DE-4852-AED0-4FB2D8086525}">
      <dgm:prSet/>
      <dgm:spPr/>
      <dgm:t>
        <a:bodyPr/>
        <a:lstStyle/>
        <a:p>
          <a:r>
            <a:rPr lang="en-US"/>
            <a:t>MD/PhD Student (BSRB)</a:t>
          </a:r>
        </a:p>
      </dgm:t>
    </dgm:pt>
    <dgm:pt modelId="{E6BCE839-78D7-4BB1-977C-04C2736F0241}" type="parTrans" cxnId="{AE8BD216-E38D-4BA4-9BAD-8B17D00B759E}">
      <dgm:prSet/>
      <dgm:spPr/>
      <dgm:t>
        <a:bodyPr/>
        <a:lstStyle/>
        <a:p>
          <a:endParaRPr lang="en-US"/>
        </a:p>
      </dgm:t>
    </dgm:pt>
    <dgm:pt modelId="{183A7981-E26E-49E1-89E5-A82D9A8B8E08}" type="sibTrans" cxnId="{AE8BD216-E38D-4BA4-9BAD-8B17D00B759E}">
      <dgm:prSet/>
      <dgm:spPr/>
      <dgm:t>
        <a:bodyPr/>
        <a:lstStyle/>
        <a:p>
          <a:endParaRPr lang="en-US"/>
        </a:p>
      </dgm:t>
    </dgm:pt>
    <dgm:pt modelId="{50B53D68-78A6-4F54-A7B2-FCF97F8FF6BD}">
      <dgm:prSet/>
      <dgm:spPr/>
      <dgm:t>
        <a:bodyPr/>
        <a:lstStyle/>
        <a:p>
          <a:r>
            <a:rPr lang="en-US"/>
            <a:t>PhD Student – BMI (NCRC)</a:t>
          </a:r>
        </a:p>
      </dgm:t>
    </dgm:pt>
    <dgm:pt modelId="{FFE0CA64-F0AE-43EC-93FB-BD66FFBAC317}" type="parTrans" cxnId="{D2F0C9F9-A330-4312-9365-1D33774BFA50}">
      <dgm:prSet/>
      <dgm:spPr/>
      <dgm:t>
        <a:bodyPr/>
        <a:lstStyle/>
        <a:p>
          <a:endParaRPr lang="en-US"/>
        </a:p>
      </dgm:t>
    </dgm:pt>
    <dgm:pt modelId="{553D6399-AEA6-4046-9466-C747831CBE19}" type="sibTrans" cxnId="{D2F0C9F9-A330-4312-9365-1D33774BFA50}">
      <dgm:prSet/>
      <dgm:spPr/>
      <dgm:t>
        <a:bodyPr/>
        <a:lstStyle/>
        <a:p>
          <a:endParaRPr lang="en-US"/>
        </a:p>
      </dgm:t>
    </dgm:pt>
    <dgm:pt modelId="{AA692073-8659-4921-9FB8-9B1720DB5110}">
      <dgm:prSet/>
      <dgm:spPr/>
      <dgm:t>
        <a:bodyPr/>
        <a:lstStyle/>
        <a:p>
          <a:r>
            <a:rPr lang="en-US"/>
            <a:t>Postdoc – Public Health/Pediatrics (NCRC)</a:t>
          </a:r>
        </a:p>
      </dgm:t>
    </dgm:pt>
    <dgm:pt modelId="{E1962CBB-3A6B-4E4B-8137-156B971E669C}" type="parTrans" cxnId="{87055675-297C-47B0-8DBB-F7D820F5571C}">
      <dgm:prSet/>
      <dgm:spPr/>
      <dgm:t>
        <a:bodyPr/>
        <a:lstStyle/>
        <a:p>
          <a:endParaRPr lang="en-US"/>
        </a:p>
      </dgm:t>
    </dgm:pt>
    <dgm:pt modelId="{62099274-1DDC-4E9F-931C-F9CE7BDEB08B}" type="sibTrans" cxnId="{87055675-297C-47B0-8DBB-F7D820F5571C}">
      <dgm:prSet/>
      <dgm:spPr/>
      <dgm:t>
        <a:bodyPr/>
        <a:lstStyle/>
        <a:p>
          <a:endParaRPr lang="en-US"/>
        </a:p>
      </dgm:t>
    </dgm:pt>
    <dgm:pt modelId="{B51C22D9-37EF-484D-A3DE-DE1FA7E0849C}">
      <dgm:prSet/>
      <dgm:spPr/>
      <dgm:t>
        <a:bodyPr/>
        <a:lstStyle/>
        <a:p>
          <a:r>
            <a:rPr lang="en-US"/>
            <a:t>Goals</a:t>
          </a:r>
        </a:p>
      </dgm:t>
    </dgm:pt>
    <dgm:pt modelId="{51803C08-CCBB-41E9-BC35-841D9EF79765}" type="parTrans" cxnId="{6F4629AA-E7A0-422C-AF4E-E2074826D7B5}">
      <dgm:prSet/>
      <dgm:spPr/>
      <dgm:t>
        <a:bodyPr/>
        <a:lstStyle/>
        <a:p>
          <a:endParaRPr lang="en-US"/>
        </a:p>
      </dgm:t>
    </dgm:pt>
    <dgm:pt modelId="{A94C0FE6-EDA7-40F8-9F6F-4F703D75C24B}" type="sibTrans" cxnId="{6F4629AA-E7A0-422C-AF4E-E2074826D7B5}">
      <dgm:prSet/>
      <dgm:spPr/>
      <dgm:t>
        <a:bodyPr/>
        <a:lstStyle/>
        <a:p>
          <a:endParaRPr lang="en-US"/>
        </a:p>
      </dgm:t>
    </dgm:pt>
    <dgm:pt modelId="{C716325E-1DAC-46BB-85B1-388E68E871AB}">
      <dgm:prSet/>
      <dgm:spPr/>
      <dgm:t>
        <a:bodyPr/>
        <a:lstStyle/>
        <a:p>
          <a:r>
            <a:rPr lang="en-US"/>
            <a:t>Ideas for engagement</a:t>
          </a:r>
        </a:p>
      </dgm:t>
    </dgm:pt>
    <dgm:pt modelId="{1F9EB1FF-36F5-4145-80D4-9EDDD29E26D7}" type="parTrans" cxnId="{689451B4-A21B-4813-8C20-B7D689B2E431}">
      <dgm:prSet/>
      <dgm:spPr/>
      <dgm:t>
        <a:bodyPr/>
        <a:lstStyle/>
        <a:p>
          <a:endParaRPr lang="en-US"/>
        </a:p>
      </dgm:t>
    </dgm:pt>
    <dgm:pt modelId="{10593295-3539-43B6-BCAC-6FC72D808ED0}" type="sibTrans" cxnId="{689451B4-A21B-4813-8C20-B7D689B2E431}">
      <dgm:prSet/>
      <dgm:spPr/>
      <dgm:t>
        <a:bodyPr/>
        <a:lstStyle/>
        <a:p>
          <a:endParaRPr lang="en-US"/>
        </a:p>
      </dgm:t>
    </dgm:pt>
    <dgm:pt modelId="{F7E1AF8A-8C14-4B8D-904B-C24DE4C57049}">
      <dgm:prSet/>
      <dgm:spPr/>
      <dgm:t>
        <a:bodyPr/>
        <a:lstStyle/>
        <a:p>
          <a:r>
            <a:rPr lang="en-US"/>
            <a:t>Communication with specific constituencies</a:t>
          </a:r>
        </a:p>
      </dgm:t>
    </dgm:pt>
    <dgm:pt modelId="{200EC58E-4562-495D-A861-52BEB7C2DDF6}" type="parTrans" cxnId="{C7552BB4-4AB3-48D9-B180-57CC377427BF}">
      <dgm:prSet/>
      <dgm:spPr/>
      <dgm:t>
        <a:bodyPr/>
        <a:lstStyle/>
        <a:p>
          <a:endParaRPr lang="en-US"/>
        </a:p>
      </dgm:t>
    </dgm:pt>
    <dgm:pt modelId="{B213250A-B132-48AA-A12E-503699A984CB}" type="sibTrans" cxnId="{C7552BB4-4AB3-48D9-B180-57CC377427BF}">
      <dgm:prSet/>
      <dgm:spPr/>
      <dgm:t>
        <a:bodyPr/>
        <a:lstStyle/>
        <a:p>
          <a:endParaRPr lang="en-US"/>
        </a:p>
      </dgm:t>
    </dgm:pt>
    <dgm:pt modelId="{A334DE9C-E168-47BF-AFB3-C5076F5D45BC}">
      <dgm:prSet/>
      <dgm:spPr/>
      <dgm:t>
        <a:bodyPr/>
        <a:lstStyle/>
        <a:p>
          <a:r>
            <a:rPr lang="en-US"/>
            <a:t>Social events</a:t>
          </a:r>
        </a:p>
      </dgm:t>
    </dgm:pt>
    <dgm:pt modelId="{C54FC99A-9AE3-47CA-8C5A-510089464AC7}" type="parTrans" cxnId="{FB9F3B1A-832D-42FD-B1C2-40BE3FBABCB6}">
      <dgm:prSet/>
      <dgm:spPr/>
      <dgm:t>
        <a:bodyPr/>
        <a:lstStyle/>
        <a:p>
          <a:endParaRPr lang="en-US"/>
        </a:p>
      </dgm:t>
    </dgm:pt>
    <dgm:pt modelId="{857229CA-ECD5-43B0-934C-82C544282143}" type="sibTrans" cxnId="{FB9F3B1A-832D-42FD-B1C2-40BE3FBABCB6}">
      <dgm:prSet/>
      <dgm:spPr/>
      <dgm:t>
        <a:bodyPr/>
        <a:lstStyle/>
        <a:p>
          <a:endParaRPr lang="en-US"/>
        </a:p>
      </dgm:t>
    </dgm:pt>
    <dgm:pt modelId="{8C28FA3A-FC29-C24C-B350-4CD546617884}" type="pres">
      <dgm:prSet presAssocID="{409A4803-15EA-4134-B97B-A5534FA7E053}" presName="Name0" presStyleCnt="0">
        <dgm:presLayoutVars>
          <dgm:dir/>
          <dgm:resizeHandles val="exact"/>
        </dgm:presLayoutVars>
      </dgm:prSet>
      <dgm:spPr/>
    </dgm:pt>
    <dgm:pt modelId="{635C1F53-FE90-6444-B428-E5A6CC5B1876}" type="pres">
      <dgm:prSet presAssocID="{5A7A2AC1-586A-4D0C-9682-32355A5FBB5E}" presName="node" presStyleLbl="node1" presStyleIdx="0" presStyleCnt="3">
        <dgm:presLayoutVars>
          <dgm:bulletEnabled val="1"/>
        </dgm:presLayoutVars>
      </dgm:prSet>
      <dgm:spPr/>
    </dgm:pt>
    <dgm:pt modelId="{F3559E5A-C8CB-E449-98AB-B664BE3EC453}" type="pres">
      <dgm:prSet presAssocID="{E9D4FEA5-4B7E-4E64-9AB6-CF8415DB6021}" presName="sibTransSpacerBeforeConnector" presStyleCnt="0"/>
      <dgm:spPr/>
    </dgm:pt>
    <dgm:pt modelId="{A6F0B530-B2E4-0C41-814E-5ACE80551741}" type="pres">
      <dgm:prSet presAssocID="{E9D4FEA5-4B7E-4E64-9AB6-CF8415DB6021}" presName="sibTrans" presStyleLbl="node1" presStyleIdx="1" presStyleCnt="3"/>
      <dgm:spPr/>
    </dgm:pt>
    <dgm:pt modelId="{D2107F0E-077D-E74F-A889-E3703CA17F13}" type="pres">
      <dgm:prSet presAssocID="{E9D4FEA5-4B7E-4E64-9AB6-CF8415DB6021}" presName="sibTransSpacerAfterConnector" presStyleCnt="0"/>
      <dgm:spPr/>
    </dgm:pt>
    <dgm:pt modelId="{7EA9493F-8543-7C49-A30D-347AAF005467}" type="pres">
      <dgm:prSet presAssocID="{B51C22D9-37EF-484D-A3DE-DE1FA7E0849C}" presName="node" presStyleLbl="node1" presStyleIdx="2" presStyleCnt="3">
        <dgm:presLayoutVars>
          <dgm:bulletEnabled val="1"/>
        </dgm:presLayoutVars>
      </dgm:prSet>
      <dgm:spPr/>
    </dgm:pt>
  </dgm:ptLst>
  <dgm:cxnLst>
    <dgm:cxn modelId="{7B729A04-2F2C-AD4C-A43F-F8C4E334491B}" type="presOf" srcId="{E9D4FEA5-4B7E-4E64-9AB6-CF8415DB6021}" destId="{A6F0B530-B2E4-0C41-814E-5ACE80551741}" srcOrd="0" destOrd="0" presId="urn:microsoft.com/office/officeart/2016/7/layout/BasicProcessNew"/>
    <dgm:cxn modelId="{AE8BD216-E38D-4BA4-9BAD-8B17D00B759E}" srcId="{5A7A2AC1-586A-4D0C-9682-32355A5FBB5E}" destId="{EDA513FE-19DE-4852-AED0-4FB2D8086525}" srcOrd="0" destOrd="0" parTransId="{E6BCE839-78D7-4BB1-977C-04C2736F0241}" sibTransId="{183A7981-E26E-49E1-89E5-A82D9A8B8E08}"/>
    <dgm:cxn modelId="{FB9F3B1A-832D-42FD-B1C2-40BE3FBABCB6}" srcId="{B51C22D9-37EF-484D-A3DE-DE1FA7E0849C}" destId="{A334DE9C-E168-47BF-AFB3-C5076F5D45BC}" srcOrd="2" destOrd="0" parTransId="{C54FC99A-9AE3-47CA-8C5A-510089464AC7}" sibTransId="{857229CA-ECD5-43B0-934C-82C544282143}"/>
    <dgm:cxn modelId="{6EB1A92D-F8ED-2846-999A-32B5E3908D5D}" type="presOf" srcId="{EDA513FE-19DE-4852-AED0-4FB2D8086525}" destId="{635C1F53-FE90-6444-B428-E5A6CC5B1876}" srcOrd="0" destOrd="1" presId="urn:microsoft.com/office/officeart/2016/7/layout/BasicProcessNew"/>
    <dgm:cxn modelId="{02181746-77D8-1344-A1C9-80D2F118B172}" type="presOf" srcId="{C716325E-1DAC-46BB-85B1-388E68E871AB}" destId="{7EA9493F-8543-7C49-A30D-347AAF005467}" srcOrd="0" destOrd="1" presId="urn:microsoft.com/office/officeart/2016/7/layout/BasicProcessNew"/>
    <dgm:cxn modelId="{E2DC0747-C02F-9842-BB9E-1E31947498AB}" type="presOf" srcId="{5A7A2AC1-586A-4D0C-9682-32355A5FBB5E}" destId="{635C1F53-FE90-6444-B428-E5A6CC5B1876}" srcOrd="0" destOrd="0" presId="urn:microsoft.com/office/officeart/2016/7/layout/BasicProcessNew"/>
    <dgm:cxn modelId="{87055675-297C-47B0-8DBB-F7D820F5571C}" srcId="{5A7A2AC1-586A-4D0C-9682-32355A5FBB5E}" destId="{AA692073-8659-4921-9FB8-9B1720DB5110}" srcOrd="2" destOrd="0" parTransId="{E1962CBB-3A6B-4E4B-8137-156B971E669C}" sibTransId="{62099274-1DDC-4E9F-931C-F9CE7BDEB08B}"/>
    <dgm:cxn modelId="{2E5A9D80-8A68-9247-B3F0-CB17AB9797A3}" type="presOf" srcId="{50B53D68-78A6-4F54-A7B2-FCF97F8FF6BD}" destId="{635C1F53-FE90-6444-B428-E5A6CC5B1876}" srcOrd="0" destOrd="2" presId="urn:microsoft.com/office/officeart/2016/7/layout/BasicProcessNew"/>
    <dgm:cxn modelId="{3F29269D-1509-E640-943C-2AED2EB3CEF5}" type="presOf" srcId="{AA692073-8659-4921-9FB8-9B1720DB5110}" destId="{635C1F53-FE90-6444-B428-E5A6CC5B1876}" srcOrd="0" destOrd="3" presId="urn:microsoft.com/office/officeart/2016/7/layout/BasicProcessNew"/>
    <dgm:cxn modelId="{6F4629AA-E7A0-422C-AF4E-E2074826D7B5}" srcId="{409A4803-15EA-4134-B97B-A5534FA7E053}" destId="{B51C22D9-37EF-484D-A3DE-DE1FA7E0849C}" srcOrd="1" destOrd="0" parTransId="{51803C08-CCBB-41E9-BC35-841D9EF79765}" sibTransId="{A94C0FE6-EDA7-40F8-9F6F-4F703D75C24B}"/>
    <dgm:cxn modelId="{C7552BB4-4AB3-48D9-B180-57CC377427BF}" srcId="{B51C22D9-37EF-484D-A3DE-DE1FA7E0849C}" destId="{F7E1AF8A-8C14-4B8D-904B-C24DE4C57049}" srcOrd="1" destOrd="0" parTransId="{200EC58E-4562-495D-A861-52BEB7C2DDF6}" sibTransId="{B213250A-B132-48AA-A12E-503699A984CB}"/>
    <dgm:cxn modelId="{689451B4-A21B-4813-8C20-B7D689B2E431}" srcId="{B51C22D9-37EF-484D-A3DE-DE1FA7E0849C}" destId="{C716325E-1DAC-46BB-85B1-388E68E871AB}" srcOrd="0" destOrd="0" parTransId="{1F9EB1FF-36F5-4145-80D4-9EDDD29E26D7}" sibTransId="{10593295-3539-43B6-BCAC-6FC72D808ED0}"/>
    <dgm:cxn modelId="{E72239BE-1235-1E49-B7E3-5A02147AA199}" type="presOf" srcId="{A334DE9C-E168-47BF-AFB3-C5076F5D45BC}" destId="{7EA9493F-8543-7C49-A30D-347AAF005467}" srcOrd="0" destOrd="3" presId="urn:microsoft.com/office/officeart/2016/7/layout/BasicProcessNew"/>
    <dgm:cxn modelId="{F5234EDA-CE7F-9B41-9A85-E71FE3A5E0BB}" type="presOf" srcId="{409A4803-15EA-4134-B97B-A5534FA7E053}" destId="{8C28FA3A-FC29-C24C-B350-4CD546617884}" srcOrd="0" destOrd="0" presId="urn:microsoft.com/office/officeart/2016/7/layout/BasicProcessNew"/>
    <dgm:cxn modelId="{BA97D2E8-F934-D94D-86F5-B30C3B7E948A}" type="presOf" srcId="{B51C22D9-37EF-484D-A3DE-DE1FA7E0849C}" destId="{7EA9493F-8543-7C49-A30D-347AAF005467}" srcOrd="0" destOrd="0" presId="urn:microsoft.com/office/officeart/2016/7/layout/BasicProcessNew"/>
    <dgm:cxn modelId="{FB3B2AF5-5394-8842-A4DE-8273F7E740A5}" type="presOf" srcId="{F7E1AF8A-8C14-4B8D-904B-C24DE4C57049}" destId="{7EA9493F-8543-7C49-A30D-347AAF005467}" srcOrd="0" destOrd="2" presId="urn:microsoft.com/office/officeart/2016/7/layout/BasicProcessNew"/>
    <dgm:cxn modelId="{0F0DE8F6-C9FE-4B4C-914B-232B8671BD28}" srcId="{409A4803-15EA-4134-B97B-A5534FA7E053}" destId="{5A7A2AC1-586A-4D0C-9682-32355A5FBB5E}" srcOrd="0" destOrd="0" parTransId="{7E27E09A-CF98-4F14-BB24-C7C7685DD697}" sibTransId="{E9D4FEA5-4B7E-4E64-9AB6-CF8415DB6021}"/>
    <dgm:cxn modelId="{D2F0C9F9-A330-4312-9365-1D33774BFA50}" srcId="{5A7A2AC1-586A-4D0C-9682-32355A5FBB5E}" destId="{50B53D68-78A6-4F54-A7B2-FCF97F8FF6BD}" srcOrd="1" destOrd="0" parTransId="{FFE0CA64-F0AE-43EC-93FB-BD66FFBAC317}" sibTransId="{553D6399-AEA6-4046-9466-C747831CBE19}"/>
    <dgm:cxn modelId="{9DC95BCD-AAD8-7744-AD3E-778937F666EF}" type="presParOf" srcId="{8C28FA3A-FC29-C24C-B350-4CD546617884}" destId="{635C1F53-FE90-6444-B428-E5A6CC5B1876}" srcOrd="0" destOrd="0" presId="urn:microsoft.com/office/officeart/2016/7/layout/BasicProcessNew"/>
    <dgm:cxn modelId="{533CE8AC-FA17-354C-B30B-24592E893A4C}" type="presParOf" srcId="{8C28FA3A-FC29-C24C-B350-4CD546617884}" destId="{F3559E5A-C8CB-E449-98AB-B664BE3EC453}" srcOrd="1" destOrd="0" presId="urn:microsoft.com/office/officeart/2016/7/layout/BasicProcessNew"/>
    <dgm:cxn modelId="{60ED2904-C472-6348-914A-B8BA1D74ECEE}" type="presParOf" srcId="{8C28FA3A-FC29-C24C-B350-4CD546617884}" destId="{A6F0B530-B2E4-0C41-814E-5ACE80551741}" srcOrd="2" destOrd="0" presId="urn:microsoft.com/office/officeart/2016/7/layout/BasicProcessNew"/>
    <dgm:cxn modelId="{A41FDB18-1553-9944-8F54-F3F234E15399}" type="presParOf" srcId="{8C28FA3A-FC29-C24C-B350-4CD546617884}" destId="{D2107F0E-077D-E74F-A889-E3703CA17F13}" srcOrd="3" destOrd="0" presId="urn:microsoft.com/office/officeart/2016/7/layout/BasicProcessNew"/>
    <dgm:cxn modelId="{C058930B-D451-9249-B00A-4E8CFF3588F6}" type="presParOf" srcId="{8C28FA3A-FC29-C24C-B350-4CD546617884}" destId="{7EA9493F-8543-7C49-A30D-347AAF005467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9EF19-7AA5-4082-A3B8-99AC954449A5}">
      <dsp:nvSpPr>
        <dsp:cNvPr id="0" name=""/>
        <dsp:cNvSpPr/>
      </dsp:nvSpPr>
      <dsp:spPr>
        <a:xfrm>
          <a:off x="800671" y="599088"/>
          <a:ext cx="1256587" cy="12565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3A5A0-872D-4082-839B-5072CB488DF2}">
      <dsp:nvSpPr>
        <dsp:cNvPr id="0" name=""/>
        <dsp:cNvSpPr/>
      </dsp:nvSpPr>
      <dsp:spPr>
        <a:xfrm>
          <a:off x="1068468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FC9C6-F66C-4EF9-81FC-9A36B88C1F5D}">
      <dsp:nvSpPr>
        <dsp:cNvPr id="0" name=""/>
        <dsp:cNvSpPr/>
      </dsp:nvSpPr>
      <dsp:spPr>
        <a:xfrm>
          <a:off x="398975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Monthly newsletter</a:t>
          </a:r>
        </a:p>
      </dsp:txBody>
      <dsp:txXfrm>
        <a:off x="398975" y="2247072"/>
        <a:ext cx="2059980" cy="720000"/>
      </dsp:txXfrm>
    </dsp:sp>
    <dsp:sp modelId="{39FCD3DF-5336-4AF7-9997-BBB76163EA33}">
      <dsp:nvSpPr>
        <dsp:cNvPr id="0" name=""/>
        <dsp:cNvSpPr/>
      </dsp:nvSpPr>
      <dsp:spPr>
        <a:xfrm>
          <a:off x="3221147" y="599088"/>
          <a:ext cx="1256587" cy="12565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7E056-8313-46C8-895F-B88FF779CB44}">
      <dsp:nvSpPr>
        <dsp:cNvPr id="0" name=""/>
        <dsp:cNvSpPr/>
      </dsp:nvSpPr>
      <dsp:spPr>
        <a:xfrm>
          <a:off x="3488945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5DF47-89ED-46E2-AF9B-BB032C4D04BA}">
      <dsp:nvSpPr>
        <dsp:cNvPr id="0" name=""/>
        <dsp:cNvSpPr/>
      </dsp:nvSpPr>
      <dsp:spPr>
        <a:xfrm>
          <a:off x="2819451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Updating trainee lists</a:t>
          </a:r>
        </a:p>
      </dsp:txBody>
      <dsp:txXfrm>
        <a:off x="2819451" y="2247072"/>
        <a:ext cx="2059980" cy="720000"/>
      </dsp:txXfrm>
    </dsp:sp>
    <dsp:sp modelId="{69142F5F-5B4E-4248-B3CE-5B64397E5710}">
      <dsp:nvSpPr>
        <dsp:cNvPr id="0" name=""/>
        <dsp:cNvSpPr/>
      </dsp:nvSpPr>
      <dsp:spPr>
        <a:xfrm>
          <a:off x="5641624" y="599088"/>
          <a:ext cx="1256587" cy="12565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B92A1-6EA4-4A77-9163-94A452798FFE}">
      <dsp:nvSpPr>
        <dsp:cNvPr id="0" name=""/>
        <dsp:cNvSpPr/>
      </dsp:nvSpPr>
      <dsp:spPr>
        <a:xfrm>
          <a:off x="5909421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C0B8B-B2BE-4F66-B712-28524DCDE52D}">
      <dsp:nvSpPr>
        <dsp:cNvPr id="0" name=""/>
        <dsp:cNvSpPr/>
      </dsp:nvSpPr>
      <dsp:spPr>
        <a:xfrm>
          <a:off x="5239928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Trainee survey</a:t>
          </a:r>
        </a:p>
      </dsp:txBody>
      <dsp:txXfrm>
        <a:off x="5239928" y="2247072"/>
        <a:ext cx="2059980" cy="720000"/>
      </dsp:txXfrm>
    </dsp:sp>
    <dsp:sp modelId="{CE9B5019-E663-4CEC-A24D-4B46FA68B30F}">
      <dsp:nvSpPr>
        <dsp:cNvPr id="0" name=""/>
        <dsp:cNvSpPr/>
      </dsp:nvSpPr>
      <dsp:spPr>
        <a:xfrm>
          <a:off x="8062100" y="599088"/>
          <a:ext cx="1256587" cy="12565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1B92C-ABC3-484E-8D44-A35167CD57B3}">
      <dsp:nvSpPr>
        <dsp:cNvPr id="0" name=""/>
        <dsp:cNvSpPr/>
      </dsp:nvSpPr>
      <dsp:spPr>
        <a:xfrm>
          <a:off x="8329898" y="866885"/>
          <a:ext cx="720993" cy="7209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89619-387D-4F1E-BC9B-F94C83726DDD}">
      <dsp:nvSpPr>
        <dsp:cNvPr id="0" name=""/>
        <dsp:cNvSpPr/>
      </dsp:nvSpPr>
      <dsp:spPr>
        <a:xfrm>
          <a:off x="7660404" y="2247072"/>
          <a:ext cx="205998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Monthly events</a:t>
          </a:r>
        </a:p>
      </dsp:txBody>
      <dsp:txXfrm>
        <a:off x="7660404" y="2247072"/>
        <a:ext cx="205998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C1F53-FE90-6444-B428-E5A6CC5B1876}">
      <dsp:nvSpPr>
        <dsp:cNvPr id="0" name=""/>
        <dsp:cNvSpPr/>
      </dsp:nvSpPr>
      <dsp:spPr>
        <a:xfrm>
          <a:off x="3130" y="392656"/>
          <a:ext cx="4634745" cy="27808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Three members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MD/PhD Student (BSRB)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PhD Student – BMI (NCRC)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Postdoc – Public Health/Pediatrics (NCRC)</a:t>
          </a:r>
        </a:p>
      </dsp:txBody>
      <dsp:txXfrm>
        <a:off x="3130" y="392656"/>
        <a:ext cx="4634745" cy="2780847"/>
      </dsp:txXfrm>
    </dsp:sp>
    <dsp:sp modelId="{A6F0B530-B2E4-0C41-814E-5ACE80551741}">
      <dsp:nvSpPr>
        <dsp:cNvPr id="0" name=""/>
        <dsp:cNvSpPr/>
      </dsp:nvSpPr>
      <dsp:spPr>
        <a:xfrm>
          <a:off x="4712074" y="1661580"/>
          <a:ext cx="695211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9493F-8543-7C49-A30D-347AAF005467}">
      <dsp:nvSpPr>
        <dsp:cNvPr id="0" name=""/>
        <dsp:cNvSpPr/>
      </dsp:nvSpPr>
      <dsp:spPr>
        <a:xfrm>
          <a:off x="5481483" y="392656"/>
          <a:ext cx="4634745" cy="27808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Goals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Ideas for engagement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Communication with specific constituencies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Social events</a:t>
          </a:r>
        </a:p>
      </dsp:txBody>
      <dsp:txXfrm>
        <a:off x="5481483" y="392656"/>
        <a:ext cx="4634745" cy="2780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167DB-6955-DE47-846A-4D71815AE9FC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8728D-24A8-F447-9207-448C97DDB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6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Bold junior faculty training group</a:t>
            </a:r>
            <a:br>
              <a:rPr lang="en-US" dirty="0"/>
            </a:br>
            <a:r>
              <a:rPr lang="en-US" dirty="0"/>
              <a:t>Bold mentor graining</a:t>
            </a:r>
          </a:p>
          <a:p>
            <a:r>
              <a:rPr lang="en-US" dirty="0"/>
              <a:t>Remove Media/Donor Relations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Parter things</a:t>
            </a:r>
            <a:br>
              <a:rPr lang="en-US" dirty="0"/>
            </a:br>
            <a:r>
              <a:rPr lang="en-US" dirty="0"/>
              <a:t>CDI things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Star on</a:t>
            </a:r>
            <a:br>
              <a:rPr lang="en-US" dirty="0"/>
            </a:br>
            <a:r>
              <a:rPr lang="en-US" dirty="0"/>
              <a:t>Near-Peer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8728D-24A8-F447-9207-448C97DDB6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8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8728D-24A8-F447-9207-448C97DDB6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94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29C0-8782-E7C9-3222-30837131B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ED2B6-06DA-63DC-6C00-2C80FC86E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E8FB-D7AE-780C-6EAE-DE3A8270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86EF6-8873-D012-EC11-948C466F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90BE8-0196-C13D-F3EB-B92CEE39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3948-1F78-04DB-7F45-02DCACD2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4D23D-A380-F48C-0925-ACC12BD2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5D9F-9AFE-946F-BB90-404174C6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4E198-941B-363C-5446-9DF27A43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B11B6-E9D9-0EF6-DD17-A78F0872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6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7EA2-7FC1-9C21-F79E-2487890A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3056-DBF9-90CC-0B63-79F9B2FA4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536F0-6AA8-9F84-5A6E-D8200F28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F612-F4B0-C159-3B85-2A2250F4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DD2B-4BE9-16A5-9A09-54E8D53D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1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3207-195D-F231-4E6F-4755832C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F696-3EAE-52A1-AF78-3A2080A68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5841C-6C5C-B89F-AB3A-8361523FF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63E1F-63C7-9EBC-6648-B25A691D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8180E-8846-1AA2-07EA-826F8A09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DD3A9-00F7-AA49-0F45-19BF67F5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A539-4DA0-7E48-19C3-6E765AEA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F7A91-889C-C96A-EF04-820C43AE7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69FE2-8970-3618-41CA-02F1016B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5AC68-14B4-43AE-6FE0-9138907DB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CB8D9-2116-272E-D4BB-ED7707632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6D147-EB17-C48D-2A7E-9CD4BB1D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B3EFE-CA6A-DE1C-1F52-ECE692D5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78BFA-A5EB-D686-F6D5-2112C8C5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4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414F-75DF-0B82-5AC8-980F32F9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E5734-DFE6-1AAD-D09F-B7E56F0D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8065D-F5C3-216A-6F4E-498D4936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A133A-D7E3-552B-DD12-94D0F6A7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59614-4BF3-AA62-5E96-67DE5446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4681B-6BED-AE05-7F28-7771F9CC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4688A-6F5D-0D9A-27A5-D92D23F0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2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C955-D574-3DF1-4B6C-39AFB136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3BC5-B03E-A670-42E0-DD72E0F7B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57DBA-97A6-63F2-01FD-356166BC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473E-AB82-248C-8BDB-4BFA29AD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4C3BA-78DF-FE0E-D9CA-1C954654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3D48-517E-45FD-C5C5-A8CD385C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45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CE16-FDB3-CD59-6608-6BB35403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77ADA-7380-6271-078E-B156830F5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6E172-2451-2A81-7CCD-BD85E99CC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28C20-BF07-E198-A815-FD305DC5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2D37B-36E3-6B76-F991-91E01AE5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0774-4C6B-1CF4-D8C3-2DAC8138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4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601B-2460-62FC-6EDF-2D349630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4D7D-6487-8FC5-93A2-EE2AEBBE1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23D9-5430-0848-BA79-1D9C81C1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C0D2D-3E41-872C-49B0-B886C65A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1369-CD7F-04F3-F0C0-E0F83153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32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1321E-1486-A525-C251-4227E1685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99F4D-4793-466E-8B9C-39E69EE43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1D746-3AFD-D6FE-95A0-63E143DB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5F51-C1C4-5AB7-CFDB-D2575C9F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2EB2C-17DC-8880-33DE-CF60A604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1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37830-E5EF-8EF5-D150-B04D9225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992BE-ABCC-AAD9-1131-007BB9B16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23391-32CE-7EDF-6A42-8FFF9943E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8AADB-A8D5-424F-A634-3798222A621F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9FE99-1E9D-0CED-D02A-5802844F8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9906-D392-1D6B-F1A8-E2A801B2A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D6257-3D56-5B44-8FD7-DA1B27D1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83E0-3EB3-BC04-C583-607F61922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and Mentoring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E7AFF-1F0F-AE9B-6696-0004C4A0B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February 18, 2025</a:t>
            </a:r>
          </a:p>
          <a:p>
            <a:r>
              <a:rPr lang="en-US" dirty="0"/>
              <a:t>Dave Bridges (Associate Director of Trainee Development)</a:t>
            </a:r>
          </a:p>
          <a:p>
            <a:r>
              <a:rPr lang="en-US" dirty="0"/>
              <a:t>Durga Singer (Associate Director of Training and Mentoring)</a:t>
            </a:r>
          </a:p>
        </p:txBody>
      </p:sp>
    </p:spTree>
    <p:extLst>
      <p:ext uri="{BB962C8B-B14F-4D97-AF65-F5344CB8AC3E}">
        <p14:creationId xmlns:p14="http://schemas.microsoft.com/office/powerpoint/2010/main" val="349482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A7E34-3A51-DE7A-0F91-DBD33745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 for Mentors and Mentees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C08230-36A9-2B01-CD89-B16DEAC8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47"/>
          <a:stretch>
            <a:fillRect/>
          </a:stretch>
        </p:blipFill>
        <p:spPr>
          <a:xfrm>
            <a:off x="2124893" y="2004385"/>
            <a:ext cx="5779025" cy="43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3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3244A-DF3F-DE32-FF6C-5354129C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Continuing Activities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84B18E-35D5-22A3-7964-91903D61F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608475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200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1B3AF-129B-BA69-B261-2AF96FFF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Monthly CDI Professional Development Series</a:t>
            </a:r>
          </a:p>
        </p:txBody>
      </p:sp>
      <p:pic>
        <p:nvPicPr>
          <p:cNvPr id="7" name="Graphic 6" descr="Onboarding">
            <a:extLst>
              <a:ext uri="{FF2B5EF4-FFF2-40B4-BE49-F238E27FC236}">
                <a16:creationId xmlns:a16="http://schemas.microsoft.com/office/drawing/2014/main" id="{5962FE62-870A-1671-AA8F-6788F8716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5F9C-3996-F1CE-A665-49304CBFB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fontScale="62500" lnSpcReduction="200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Defining Your Leadership Style</a:t>
            </a:r>
          </a:p>
          <a:p>
            <a:r>
              <a:rPr lang="en-US" sz="1800" dirty="0">
                <a:solidFill>
                  <a:schemeClr val="tx2"/>
                </a:solidFill>
              </a:rPr>
              <a:t>Mentoring and Mentoring Plans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Women in Science Leadership Event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Finding Funding (and Managing Uncertainty)</a:t>
            </a:r>
          </a:p>
          <a:p>
            <a:r>
              <a:rPr lang="en-US" sz="1800" dirty="0">
                <a:solidFill>
                  <a:schemeClr val="tx2"/>
                </a:solidFill>
              </a:rPr>
              <a:t>Creating and Effective Presentation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Networking (with an Ice Cream Social Event)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Careers: Medical Science Liaison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Careers: Academic Job Searches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Effective Poster Presentations</a:t>
            </a:r>
          </a:p>
          <a:p>
            <a:r>
              <a:rPr lang="en-US" sz="1800" dirty="0"/>
              <a:t>Patient Advocacy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Preparing your CV and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Biosketch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AI in Research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Developing your Teaching Philosophy</a:t>
            </a:r>
          </a:p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Trainee Awards and Career Panel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3200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39F97-8C44-02E3-A6A8-1F50C929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Trainee Council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CED2CE-1A2C-31FB-A7AC-DD455DD5E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075681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354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8841D-F924-8968-D227-54B9BBD2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F31/F32 Writing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0C88-9ED7-6D9A-AFE7-6F037BEB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Planned for Summer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(7 potential trainees)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30FAF-87EE-848C-4971-40EEF23D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990665"/>
            <a:ext cx="3120426" cy="1446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17D19C-31FC-2621-8B67-05C0BA977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825" y="1576447"/>
            <a:ext cx="7956174" cy="53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8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2D21-AE22-FBCD-B5B7-6057375F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Monthly Trainee Newsletter and Website</a:t>
            </a:r>
          </a:p>
        </p:txBody>
      </p:sp>
      <p:pic>
        <p:nvPicPr>
          <p:cNvPr id="5" name="Picture 4" descr="Paper files on the table">
            <a:extLst>
              <a:ext uri="{FF2B5EF4-FFF2-40B4-BE49-F238E27FC236}">
                <a16:creationId xmlns:a16="http://schemas.microsoft.com/office/drawing/2014/main" id="{4502BCFB-166F-7DE8-34E3-F3045CC6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94" r="24582" b="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64D8-63C7-E266-377C-B141E6643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/>
              <a:t>Calendar of events focused on trainees</a:t>
            </a:r>
          </a:p>
          <a:p>
            <a:pPr lvl="1"/>
            <a:r>
              <a:rPr lang="en-US" sz="2000"/>
              <a:t>Both CDI and other</a:t>
            </a:r>
          </a:p>
          <a:p>
            <a:r>
              <a:rPr lang="en-US" sz="2000"/>
              <a:t>Informing of funding/T32 applications</a:t>
            </a:r>
          </a:p>
          <a:p>
            <a:r>
              <a:rPr lang="en-US" sz="2000"/>
              <a:t>Highlighting recent papers/fellowships</a:t>
            </a:r>
          </a:p>
          <a:p>
            <a:pPr lvl="1"/>
            <a:r>
              <a:rPr lang="en-US" sz="2000"/>
              <a:t>Moving to peer-interviews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7399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3437-A50B-0DC3-FEB7-F8B218E5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Awards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5D04C-0838-61D4-C923-82CD57C71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87" r="31563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0D58-9515-0D1B-6592-0FC92F184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1900" dirty="0"/>
              <a:t>Four awards	</a:t>
            </a:r>
          </a:p>
          <a:p>
            <a:pPr lvl="1"/>
            <a:r>
              <a:rPr lang="en-US" sz="1900" dirty="0"/>
              <a:t>Mentor</a:t>
            </a:r>
          </a:p>
          <a:p>
            <a:pPr lvl="1"/>
            <a:r>
              <a:rPr lang="en-US" sz="1900" dirty="0"/>
              <a:t>Mentee</a:t>
            </a:r>
          </a:p>
          <a:p>
            <a:pPr lvl="1"/>
            <a:r>
              <a:rPr lang="en-US" sz="1900" dirty="0"/>
              <a:t>Peer mentor</a:t>
            </a:r>
          </a:p>
          <a:p>
            <a:pPr lvl="1"/>
            <a:r>
              <a:rPr lang="en-US" sz="1900" dirty="0"/>
              <a:t>Community</a:t>
            </a:r>
          </a:p>
          <a:p>
            <a:r>
              <a:rPr lang="en-US" sz="1900" dirty="0"/>
              <a:t>Seven nominations so far</a:t>
            </a:r>
          </a:p>
          <a:p>
            <a:r>
              <a:rPr lang="en-US" sz="1900" dirty="0"/>
              <a:t>Started mentioning at top of CDI seminars and research clubs</a:t>
            </a:r>
          </a:p>
          <a:p>
            <a:r>
              <a:rPr lang="en-US" sz="1900" dirty="0"/>
              <a:t>Perhaps mention at townhall</a:t>
            </a:r>
          </a:p>
          <a:p>
            <a:r>
              <a:rPr lang="en-US" sz="1900" dirty="0"/>
              <a:t>Closes February 27</a:t>
            </a:r>
          </a:p>
        </p:txBody>
      </p:sp>
    </p:spTree>
    <p:extLst>
      <p:ext uri="{BB962C8B-B14F-4D97-AF65-F5344CB8AC3E}">
        <p14:creationId xmlns:p14="http://schemas.microsoft.com/office/powerpoint/2010/main" val="403896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254</Words>
  <Application>Microsoft Macintosh PowerPoint</Application>
  <PresentationFormat>Widescreen</PresentationFormat>
  <Paragraphs>57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Training and Mentoring</vt:lpstr>
      <vt:lpstr>Plan for Mentors and Mentees</vt:lpstr>
      <vt:lpstr>Continuing Activities</vt:lpstr>
      <vt:lpstr>Monthly CDI Professional Development Series</vt:lpstr>
      <vt:lpstr>Trainee Council</vt:lpstr>
      <vt:lpstr>F31/F32 Writing Workshop</vt:lpstr>
      <vt:lpstr>Monthly Trainee Newsletter and Website</vt:lpstr>
      <vt:lpstr>Awards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Bridges</dc:creator>
  <cp:lastModifiedBy>Dave Bridges</cp:lastModifiedBy>
  <cp:revision>14</cp:revision>
  <dcterms:created xsi:type="dcterms:W3CDTF">2025-06-02T15:31:01Z</dcterms:created>
  <dcterms:modified xsi:type="dcterms:W3CDTF">2026-02-18T13:42:30Z</dcterms:modified>
</cp:coreProperties>
</file>